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Quattrocento Sans" charset="-122" pitchFamily="34"/>
      <p:regular r:id="rId21"/>
    </p:embeddedFont>
    <p:embeddedFont>
      <p:font typeface="Hedvig Letters Sans" charset="-122" pitchFamily="34"/>
      <p:regular r:id="rId22"/>
    </p:embeddedFont>
    <p:embeddedFont>
      <p:font typeface="Liter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architecturaldigest.com/185448742e096bed610766cc0651e5b4b7c9168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85000"/>
                </a:srgbClr>
              </a:gs>
              <a:gs pos="100000">
                <a:srgbClr val="3B82F6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474369" y="1573768"/>
            <a:ext cx="3246120" cy="502920"/>
          </a:xfrm>
          <a:custGeom>
            <a:avLst/>
            <a:gdLst/>
            <a:ahLst/>
            <a:cxnLst/>
            <a:rect l="l" t="t" r="r" b="b"/>
            <a:pathLst>
              <a:path w="3246120" h="502920">
                <a:moveTo>
                  <a:pt x="251460" y="0"/>
                </a:moveTo>
                <a:lnTo>
                  <a:pt x="2994660" y="0"/>
                </a:lnTo>
                <a:cubicBezTo>
                  <a:pt x="3133538" y="0"/>
                  <a:pt x="3246120" y="112582"/>
                  <a:pt x="3246120" y="251460"/>
                </a:cubicBezTo>
                <a:lnTo>
                  <a:pt x="3246120" y="251460"/>
                </a:lnTo>
                <a:cubicBezTo>
                  <a:pt x="3246120" y="390338"/>
                  <a:pt x="3133538" y="502920"/>
                  <a:pt x="299466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18685" y="172997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5016341" y="1691878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34" kern="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 DEFENSE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4524" y="2613898"/>
            <a:ext cx="4562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spc="-180" kern="0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FlexiApply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75689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3585805" y="4099798"/>
            <a:ext cx="50196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Smart Academic Application Platform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57675" y="507849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452938" y="5021342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80886" y="5040392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514261" y="507849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5719048" y="5021342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Technology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609725" cy="342900"/>
          </a:xfrm>
          <a:custGeom>
            <a:avLst/>
            <a:gdLst/>
            <a:ahLst/>
            <a:cxnLst/>
            <a:rect l="l" t="t" r="r" b="b"/>
            <a:pathLst>
              <a:path w="1609725" h="342900">
                <a:moveTo>
                  <a:pt x="76199" y="0"/>
                </a:moveTo>
                <a:lnTo>
                  <a:pt x="1533526" y="0"/>
                </a:lnTo>
                <a:cubicBezTo>
                  <a:pt x="1575609" y="0"/>
                  <a:pt x="1609725" y="34116"/>
                  <a:pt x="1609725" y="76199"/>
                </a:cubicBezTo>
                <a:lnTo>
                  <a:pt x="1609725" y="266701"/>
                </a:lnTo>
                <a:cubicBezTo>
                  <a:pt x="1609725" y="308784"/>
                  <a:pt x="1575609" y="342900"/>
                  <a:pt x="15335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245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5200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4953000" cy="4800600"/>
          </a:xfrm>
          <a:custGeom>
            <a:avLst/>
            <a:gdLst/>
            <a:ahLst/>
            <a:cxnLst/>
            <a:rect l="l" t="t" r="r" b="b"/>
            <a:pathLst>
              <a:path w="4953000" h="4800600">
                <a:moveTo>
                  <a:pt x="38100" y="0"/>
                </a:moveTo>
                <a:lnTo>
                  <a:pt x="4800581" y="0"/>
                </a:lnTo>
                <a:cubicBezTo>
                  <a:pt x="4884760" y="0"/>
                  <a:pt x="4953000" y="68240"/>
                  <a:pt x="4953000" y="152419"/>
                </a:cubicBezTo>
                <a:lnTo>
                  <a:pt x="4953000" y="4648181"/>
                </a:lnTo>
                <a:cubicBezTo>
                  <a:pt x="4953000" y="4732360"/>
                  <a:pt x="4884760" y="4800600"/>
                  <a:pt x="4800581" y="4800600"/>
                </a:cubicBezTo>
                <a:lnTo>
                  <a:pt x="38100" y="4800600"/>
                </a:lnTo>
                <a:cubicBezTo>
                  <a:pt x="17072" y="4800600"/>
                  <a:pt x="0" y="4783528"/>
                  <a:pt x="0" y="476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4800600"/>
          </a:xfrm>
          <a:custGeom>
            <a:avLst/>
            <a:gdLst/>
            <a:ahLst/>
            <a:cxnLst/>
            <a:rect l="l" t="t" r="r" b="b"/>
            <a:pathLst>
              <a:path w="38100" h="4800600">
                <a:moveTo>
                  <a:pt x="38100" y="0"/>
                </a:moveTo>
                <a:lnTo>
                  <a:pt x="38100" y="0"/>
                </a:lnTo>
                <a:lnTo>
                  <a:pt x="38100" y="4800600"/>
                </a:lnTo>
                <a:lnTo>
                  <a:pt x="38100" y="4800600"/>
                </a:lnTo>
                <a:cubicBezTo>
                  <a:pt x="17072" y="4800600"/>
                  <a:pt x="0" y="4783528"/>
                  <a:pt x="0" y="476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" y="2600325"/>
            <a:ext cx="44386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FlexiApply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comprehensive digital platform designed to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3A5F"/>
                </a:solidFill>
                <a:highlight>
                  <a:srgbClr val="3B82F6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 and modernize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academic application process for students and institutions.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4314825"/>
            <a:ext cx="4419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unifying the application experience into a single, intuitive interface, FlexiApply eliminates the fragmentation and inefficiency of traditional admissions workflows.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34050" y="381000"/>
            <a:ext cx="6076950" cy="2381250"/>
          </a:xfrm>
          <a:custGeom>
            <a:avLst/>
            <a:gdLst/>
            <a:ahLst/>
            <a:cxnLst/>
            <a:rect l="l" t="t" r="r" b="b"/>
            <a:pathLst>
              <a:path w="6076950" h="2381250">
                <a:moveTo>
                  <a:pt x="152400" y="0"/>
                </a:moveTo>
                <a:lnTo>
                  <a:pt x="5924550" y="0"/>
                </a:lnTo>
                <a:cubicBezTo>
                  <a:pt x="6008662" y="0"/>
                  <a:pt x="6076950" y="68288"/>
                  <a:pt x="6076950" y="152400"/>
                </a:cubicBezTo>
                <a:lnTo>
                  <a:pt x="6076950" y="2228850"/>
                </a:lnTo>
                <a:cubicBezTo>
                  <a:pt x="6076950" y="2312962"/>
                  <a:pt x="6008662" y="2381250"/>
                  <a:pt x="5924550" y="2381250"/>
                </a:cubicBezTo>
                <a:lnTo>
                  <a:pt x="152400" y="2381250"/>
                </a:lnTo>
                <a:cubicBezTo>
                  <a:pt x="68288" y="2381250"/>
                  <a:pt x="0" y="2312962"/>
                  <a:pt x="0" y="222885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62650" y="11044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5050" y="12568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48450" y="1104424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48450" y="1485305"/>
            <a:ext cx="5019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simplify academic admissions through technology, making the process accessible, efficient, and stress-free for all stakeholders.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37860" y="2960370"/>
            <a:ext cx="6065520" cy="2388870"/>
          </a:xfrm>
          <a:custGeom>
            <a:avLst/>
            <a:gdLst/>
            <a:ahLst/>
            <a:cxnLst/>
            <a:rect l="l" t="t" r="r" b="b"/>
            <a:pathLst>
              <a:path w="6065520" h="2388870">
                <a:moveTo>
                  <a:pt x="152410" y="0"/>
                </a:moveTo>
                <a:lnTo>
                  <a:pt x="5913110" y="0"/>
                </a:lnTo>
                <a:cubicBezTo>
                  <a:pt x="5997284" y="0"/>
                  <a:pt x="6065520" y="68236"/>
                  <a:pt x="6065520" y="152410"/>
                </a:cubicBezTo>
                <a:lnTo>
                  <a:pt x="6065520" y="2236460"/>
                </a:lnTo>
                <a:cubicBezTo>
                  <a:pt x="6065520" y="2320634"/>
                  <a:pt x="5997284" y="2388870"/>
                  <a:pt x="5913110" y="2388870"/>
                </a:cubicBezTo>
                <a:lnTo>
                  <a:pt x="152410" y="2388870"/>
                </a:lnTo>
                <a:cubicBezTo>
                  <a:pt x="68236" y="2388870"/>
                  <a:pt x="0" y="2320634"/>
                  <a:pt x="0" y="223646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4748B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70270" y="354830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08382" y="370070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070" y="3548301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070" y="3929182"/>
            <a:ext cx="5000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become the leading platform for academic admissions across institutions, setting new standards for digital transformation in education.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37860" y="5551170"/>
            <a:ext cx="1912620" cy="922020"/>
          </a:xfrm>
          <a:custGeom>
            <a:avLst/>
            <a:gdLst/>
            <a:ahLst/>
            <a:cxnLst/>
            <a:rect l="l" t="t" r="r" b="b"/>
            <a:pathLst>
              <a:path w="1912620" h="922020">
                <a:moveTo>
                  <a:pt x="114303" y="0"/>
                </a:moveTo>
                <a:lnTo>
                  <a:pt x="1798317" y="0"/>
                </a:lnTo>
                <a:cubicBezTo>
                  <a:pt x="1861445" y="0"/>
                  <a:pt x="1912620" y="51175"/>
                  <a:pt x="1912620" y="114303"/>
                </a:cubicBezTo>
                <a:lnTo>
                  <a:pt x="1912620" y="807717"/>
                </a:lnTo>
                <a:cubicBezTo>
                  <a:pt x="1912620" y="870845"/>
                  <a:pt x="1861445" y="922020"/>
                  <a:pt x="17983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8345" y="5707381"/>
            <a:ext cx="177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60732" y="612648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Steps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14310" y="5551170"/>
            <a:ext cx="1912620" cy="922020"/>
          </a:xfrm>
          <a:custGeom>
            <a:avLst/>
            <a:gdLst/>
            <a:ahLst/>
            <a:cxnLst/>
            <a:rect l="l" t="t" r="r" b="b"/>
            <a:pathLst>
              <a:path w="1912620" h="922020">
                <a:moveTo>
                  <a:pt x="114303" y="0"/>
                </a:moveTo>
                <a:lnTo>
                  <a:pt x="1798317" y="0"/>
                </a:lnTo>
                <a:cubicBezTo>
                  <a:pt x="1861445" y="0"/>
                  <a:pt x="1912620" y="51175"/>
                  <a:pt x="1912620" y="114303"/>
                </a:cubicBezTo>
                <a:lnTo>
                  <a:pt x="1912620" y="807717"/>
                </a:lnTo>
                <a:cubicBezTo>
                  <a:pt x="1912620" y="870845"/>
                  <a:pt x="1861445" y="922020"/>
                  <a:pt x="17983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4795" y="5707381"/>
            <a:ext cx="177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37182" y="612648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890760" y="5551170"/>
            <a:ext cx="1912620" cy="922020"/>
          </a:xfrm>
          <a:custGeom>
            <a:avLst/>
            <a:gdLst/>
            <a:ahLst/>
            <a:cxnLst/>
            <a:rect l="l" t="t" r="r" b="b"/>
            <a:pathLst>
              <a:path w="1912620" h="922020">
                <a:moveTo>
                  <a:pt x="114303" y="0"/>
                </a:moveTo>
                <a:lnTo>
                  <a:pt x="1798317" y="0"/>
                </a:lnTo>
                <a:cubicBezTo>
                  <a:pt x="1861445" y="0"/>
                  <a:pt x="1912620" y="51175"/>
                  <a:pt x="1912620" y="114303"/>
                </a:cubicBezTo>
                <a:lnTo>
                  <a:pt x="1912620" y="807717"/>
                </a:lnTo>
                <a:cubicBezTo>
                  <a:pt x="1912620" y="870845"/>
                  <a:pt x="1861445" y="922020"/>
                  <a:pt x="17983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1245" y="5707381"/>
            <a:ext cx="177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13633" y="6126481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638300" cy="342900"/>
          </a:xfrm>
          <a:custGeom>
            <a:avLst/>
            <a:gdLst/>
            <a:ahLst/>
            <a:cxnLst/>
            <a:rect l="l" t="t" r="r" b="b"/>
            <a:pathLst>
              <a:path w="1638300" h="342900">
                <a:moveTo>
                  <a:pt x="76199" y="0"/>
                </a:moveTo>
                <a:lnTo>
                  <a:pt x="1562101" y="0"/>
                </a:lnTo>
                <a:cubicBezTo>
                  <a:pt x="1604184" y="0"/>
                  <a:pt x="1638300" y="34116"/>
                  <a:pt x="1638300" y="76199"/>
                </a:cubicBezTo>
                <a:lnTo>
                  <a:pt x="1638300" y="266701"/>
                </a:lnTo>
                <a:cubicBezTo>
                  <a:pt x="1638300" y="308784"/>
                  <a:pt x="1604184" y="342900"/>
                  <a:pt x="15621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" name="Shape 1"/>
          <p:cNvSpPr/>
          <p:nvPr/>
        </p:nvSpPr>
        <p:spPr>
          <a:xfrm>
            <a:off x="55245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716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pain points in traditional academic application processes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8669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352553"/>
                </a:lnTo>
                <a:cubicBezTo>
                  <a:pt x="5600700" y="1415678"/>
                  <a:pt x="5549528" y="1466850"/>
                  <a:pt x="54864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8669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54856" y="2190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0"/>
                </a:moveTo>
                <a:cubicBezTo>
                  <a:pt x="58303" y="0"/>
                  <a:pt x="47625" y="10678"/>
                  <a:pt x="47625" y="23812"/>
                </a:cubicBezTo>
                <a:lnTo>
                  <a:pt x="47625" y="119063"/>
                </a:lnTo>
                <a:cubicBezTo>
                  <a:pt x="47625" y="132197"/>
                  <a:pt x="58303" y="142875"/>
                  <a:pt x="71438" y="142875"/>
                </a:cubicBezTo>
                <a:lnTo>
                  <a:pt x="142875" y="142875"/>
                </a:lnTo>
                <a:cubicBezTo>
                  <a:pt x="156009" y="142875"/>
                  <a:pt x="166688" y="132197"/>
                  <a:pt x="166688" y="119063"/>
                </a:cubicBezTo>
                <a:lnTo>
                  <a:pt x="166688" y="44425"/>
                </a:lnTo>
                <a:cubicBezTo>
                  <a:pt x="166688" y="37951"/>
                  <a:pt x="164046" y="31738"/>
                  <a:pt x="159358" y="27236"/>
                </a:cubicBezTo>
                <a:lnTo>
                  <a:pt x="137889" y="6623"/>
                </a:lnTo>
                <a:cubicBezTo>
                  <a:pt x="133462" y="2381"/>
                  <a:pt x="127546" y="0"/>
                  <a:pt x="121407" y="0"/>
                </a:cubicBezTo>
                <a:lnTo>
                  <a:pt x="71438" y="0"/>
                </a:lnTo>
                <a:close/>
                <a:moveTo>
                  <a:pt x="23812" y="47625"/>
                </a:moveTo>
                <a:cubicBezTo>
                  <a:pt x="10678" y="47625"/>
                  <a:pt x="0" y="58303"/>
                  <a:pt x="0" y="71438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95250" y="190500"/>
                </a:lnTo>
                <a:cubicBezTo>
                  <a:pt x="108384" y="190500"/>
                  <a:pt x="119063" y="179822"/>
                  <a:pt x="119063" y="166688"/>
                </a:cubicBezTo>
                <a:lnTo>
                  <a:pt x="119063" y="160734"/>
                </a:lnTo>
                <a:lnTo>
                  <a:pt x="95250" y="160734"/>
                </a:lnTo>
                <a:lnTo>
                  <a:pt x="95250" y="166688"/>
                </a:lnTo>
                <a:lnTo>
                  <a:pt x="23812" y="166688"/>
                </a:lnTo>
                <a:lnTo>
                  <a:pt x="23812" y="71438"/>
                </a:lnTo>
                <a:lnTo>
                  <a:pt x="29766" y="71438"/>
                </a:lnTo>
                <a:lnTo>
                  <a:pt x="29766" y="4762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20574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Repetitive Data Entry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9200" y="240030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must fill out the same personal, academic, and contact information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times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different institutions, wasting valuable time and increasing frustration.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18669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352553"/>
                </a:lnTo>
                <a:cubicBezTo>
                  <a:pt x="5600700" y="1415678"/>
                  <a:pt x="5549528" y="1466850"/>
                  <a:pt x="54864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0300" y="18669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9850" y="2057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3200" y="2190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29450" y="20574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Status Visibility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29450" y="240030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Applicants have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or no visibility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their application status, creating anxiety and requiring frequent follow-up communications.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52425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352553"/>
                </a:lnTo>
                <a:cubicBezTo>
                  <a:pt x="5600700" y="1415678"/>
                  <a:pt x="5549528" y="1466850"/>
                  <a:pt x="54864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0050" y="35242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3714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950" y="3848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371475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Systems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9200" y="405765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platform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means students must navigate multiple websites, remember various credentials, and manage scattered application materials.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352425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100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1352553"/>
                </a:lnTo>
                <a:cubicBezTo>
                  <a:pt x="5600700" y="1415678"/>
                  <a:pt x="5549528" y="1466850"/>
                  <a:pt x="54864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0300" y="35242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7" name="Shape 25"/>
          <p:cNvSpPr/>
          <p:nvPr/>
        </p:nvSpPr>
        <p:spPr>
          <a:xfrm>
            <a:off x="6419850" y="3714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553200" y="3848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9" name="Text 27"/>
          <p:cNvSpPr/>
          <p:nvPr/>
        </p:nvSpPr>
        <p:spPr>
          <a:xfrm>
            <a:off x="7029450" y="371475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Error Rates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29450" y="4057650"/>
            <a:ext cx="4667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processes lead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entry errors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incomplete submissions, and missing documents, causing delays and potential rejection of applications.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5181600"/>
            <a:ext cx="11430000" cy="1143000"/>
          </a:xfrm>
          <a:custGeom>
            <a:avLst/>
            <a:gdLst/>
            <a:ahLst/>
            <a:cxnLst/>
            <a:rect l="l" t="t" r="r" b="b"/>
            <a:pathLst>
              <a:path w="11430000" h="11430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1028700"/>
                </a:lnTo>
                <a:cubicBezTo>
                  <a:pt x="11430000" y="1091784"/>
                  <a:pt x="11378784" y="1143000"/>
                  <a:pt x="11315700" y="1143000"/>
                </a:cubicBezTo>
                <a:lnTo>
                  <a:pt x="114300" y="1143000"/>
                </a:lnTo>
                <a:cubicBezTo>
                  <a:pt x="51216" y="1143000"/>
                  <a:pt x="0" y="1091784"/>
                  <a:pt x="0" y="1028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5610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81088" y="5372100"/>
            <a:ext cx="1062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on Students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1088" y="5676900"/>
            <a:ext cx="1062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challenges result in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stress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wasted time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and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missed opportunities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—with some students abandoning applications entirely due to complexity and frustration.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76878"/>
            <a:ext cx="1535777" cy="339190"/>
          </a:xfrm>
          <a:custGeom>
            <a:avLst/>
            <a:gdLst/>
            <a:ahLst/>
            <a:cxnLst/>
            <a:rect l="l" t="t" r="r" b="b"/>
            <a:pathLst>
              <a:path w="1535777" h="339190">
                <a:moveTo>
                  <a:pt x="75375" y="0"/>
                </a:moveTo>
                <a:lnTo>
                  <a:pt x="1460403" y="0"/>
                </a:lnTo>
                <a:cubicBezTo>
                  <a:pt x="1502003" y="0"/>
                  <a:pt x="1535777" y="33774"/>
                  <a:pt x="1535777" y="75375"/>
                </a:cubicBezTo>
                <a:lnTo>
                  <a:pt x="1535777" y="263815"/>
                </a:lnTo>
                <a:cubicBezTo>
                  <a:pt x="1535777" y="305416"/>
                  <a:pt x="1502003" y="339190"/>
                  <a:pt x="1460403" y="339190"/>
                </a:cubicBezTo>
                <a:lnTo>
                  <a:pt x="75375" y="339190"/>
                </a:lnTo>
                <a:cubicBezTo>
                  <a:pt x="33774" y="339190"/>
                  <a:pt x="0" y="305416"/>
                  <a:pt x="0" y="263815"/>
                </a:cubicBezTo>
                <a:lnTo>
                  <a:pt x="0" y="75375"/>
                </a:lnTo>
                <a:cubicBezTo>
                  <a:pt x="0" y="33774"/>
                  <a:pt x="33774" y="0"/>
                  <a:pt x="75375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5317" y="471097"/>
            <a:ext cx="113063" cy="150751"/>
          </a:xfrm>
          <a:custGeom>
            <a:avLst/>
            <a:gdLst/>
            <a:ahLst/>
            <a:cxnLst/>
            <a:rect l="l" t="t" r="r" b="b"/>
            <a:pathLst>
              <a:path w="113063" h="150751">
                <a:moveTo>
                  <a:pt x="86240" y="113063"/>
                </a:moveTo>
                <a:cubicBezTo>
                  <a:pt x="88390" y="106497"/>
                  <a:pt x="92688" y="100550"/>
                  <a:pt x="97547" y="95427"/>
                </a:cubicBezTo>
                <a:cubicBezTo>
                  <a:pt x="107175" y="85298"/>
                  <a:pt x="113063" y="71607"/>
                  <a:pt x="113063" y="56532"/>
                </a:cubicBezTo>
                <a:cubicBezTo>
                  <a:pt x="113063" y="25321"/>
                  <a:pt x="87742" y="0"/>
                  <a:pt x="56532" y="0"/>
                </a:cubicBezTo>
                <a:cubicBezTo>
                  <a:pt x="25321" y="0"/>
                  <a:pt x="0" y="25321"/>
                  <a:pt x="0" y="56532"/>
                </a:cubicBezTo>
                <a:cubicBezTo>
                  <a:pt x="0" y="71607"/>
                  <a:pt x="5889" y="85298"/>
                  <a:pt x="15517" y="95427"/>
                </a:cubicBezTo>
                <a:cubicBezTo>
                  <a:pt x="20375" y="100550"/>
                  <a:pt x="24703" y="106497"/>
                  <a:pt x="26823" y="113063"/>
                </a:cubicBezTo>
                <a:lnTo>
                  <a:pt x="86211" y="113063"/>
                </a:lnTo>
                <a:close/>
                <a:moveTo>
                  <a:pt x="84798" y="127196"/>
                </a:moveTo>
                <a:lnTo>
                  <a:pt x="28266" y="127196"/>
                </a:lnTo>
                <a:lnTo>
                  <a:pt x="28266" y="131907"/>
                </a:lnTo>
                <a:cubicBezTo>
                  <a:pt x="28266" y="144921"/>
                  <a:pt x="38807" y="155462"/>
                  <a:pt x="51821" y="155462"/>
                </a:cubicBezTo>
                <a:lnTo>
                  <a:pt x="61243" y="155462"/>
                </a:lnTo>
                <a:cubicBezTo>
                  <a:pt x="74257" y="155462"/>
                  <a:pt x="84798" y="144921"/>
                  <a:pt x="84798" y="131907"/>
                </a:cubicBezTo>
                <a:lnTo>
                  <a:pt x="84798" y="127196"/>
                </a:lnTo>
                <a:close/>
                <a:moveTo>
                  <a:pt x="54176" y="32977"/>
                </a:moveTo>
                <a:cubicBezTo>
                  <a:pt x="42458" y="32977"/>
                  <a:pt x="32977" y="42458"/>
                  <a:pt x="32977" y="54176"/>
                </a:cubicBezTo>
                <a:cubicBezTo>
                  <a:pt x="32977" y="58092"/>
                  <a:pt x="29826" y="61243"/>
                  <a:pt x="25910" y="61243"/>
                </a:cubicBezTo>
                <a:cubicBezTo>
                  <a:pt x="21994" y="61243"/>
                  <a:pt x="18844" y="58092"/>
                  <a:pt x="18844" y="54176"/>
                </a:cubicBezTo>
                <a:cubicBezTo>
                  <a:pt x="18844" y="34655"/>
                  <a:pt x="34655" y="18844"/>
                  <a:pt x="54176" y="18844"/>
                </a:cubicBezTo>
                <a:cubicBezTo>
                  <a:pt x="58092" y="18844"/>
                  <a:pt x="61243" y="21994"/>
                  <a:pt x="61243" y="25910"/>
                </a:cubicBezTo>
                <a:cubicBezTo>
                  <a:pt x="61243" y="29826"/>
                  <a:pt x="58092" y="32977"/>
                  <a:pt x="54176" y="3297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91444" y="452253"/>
            <a:ext cx="103641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spc="52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6878" y="829131"/>
            <a:ext cx="11664371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6878" y="1356760"/>
            <a:ext cx="1153246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unified platform transforming academic admissions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5722" y="1771326"/>
            <a:ext cx="6143110" cy="1498090"/>
          </a:xfrm>
          <a:custGeom>
            <a:avLst/>
            <a:gdLst/>
            <a:ahLst/>
            <a:cxnLst/>
            <a:rect l="l" t="t" r="r" b="b"/>
            <a:pathLst>
              <a:path w="6143110" h="1498090">
                <a:moveTo>
                  <a:pt x="37688" y="0"/>
                </a:moveTo>
                <a:lnTo>
                  <a:pt x="6030049" y="0"/>
                </a:lnTo>
                <a:cubicBezTo>
                  <a:pt x="6092491" y="0"/>
                  <a:pt x="6143110" y="50619"/>
                  <a:pt x="6143110" y="113061"/>
                </a:cubicBezTo>
                <a:lnTo>
                  <a:pt x="6143110" y="1385029"/>
                </a:lnTo>
                <a:cubicBezTo>
                  <a:pt x="6143110" y="1447471"/>
                  <a:pt x="6092491" y="1498090"/>
                  <a:pt x="6030049" y="1498090"/>
                </a:cubicBezTo>
                <a:lnTo>
                  <a:pt x="37688" y="1498090"/>
                </a:lnTo>
                <a:cubicBezTo>
                  <a:pt x="16873" y="1498090"/>
                  <a:pt x="0" y="1481216"/>
                  <a:pt x="0" y="146040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5722" y="1771326"/>
            <a:ext cx="37688" cy="1498090"/>
          </a:xfrm>
          <a:custGeom>
            <a:avLst/>
            <a:gdLst/>
            <a:ahLst/>
            <a:cxnLst/>
            <a:rect l="l" t="t" r="r" b="b"/>
            <a:pathLst>
              <a:path w="37688" h="1498090">
                <a:moveTo>
                  <a:pt x="37688" y="0"/>
                </a:moveTo>
                <a:lnTo>
                  <a:pt x="37688" y="0"/>
                </a:lnTo>
                <a:lnTo>
                  <a:pt x="37688" y="1498090"/>
                </a:lnTo>
                <a:lnTo>
                  <a:pt x="37688" y="1498090"/>
                </a:lnTo>
                <a:cubicBezTo>
                  <a:pt x="16873" y="1498090"/>
                  <a:pt x="0" y="1481216"/>
                  <a:pt x="0" y="1460402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565317" y="1981671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75377" y="0"/>
                </a:moveTo>
                <a:lnTo>
                  <a:pt x="376876" y="0"/>
                </a:lnTo>
                <a:cubicBezTo>
                  <a:pt x="418478" y="0"/>
                  <a:pt x="452253" y="33775"/>
                  <a:pt x="452253" y="75377"/>
                </a:cubicBezTo>
                <a:lnTo>
                  <a:pt x="452253" y="376876"/>
                </a:lnTo>
                <a:cubicBezTo>
                  <a:pt x="452253" y="418478"/>
                  <a:pt x="418478" y="452253"/>
                  <a:pt x="376876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97224" y="2113578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85570" y="1914"/>
                </a:moveTo>
                <a:cubicBezTo>
                  <a:pt x="91054" y="-626"/>
                  <a:pt x="97385" y="-626"/>
                  <a:pt x="102869" y="1914"/>
                </a:cubicBezTo>
                <a:lnTo>
                  <a:pt x="183323" y="39086"/>
                </a:lnTo>
                <a:cubicBezTo>
                  <a:pt x="186452" y="40522"/>
                  <a:pt x="188439" y="43650"/>
                  <a:pt x="188439" y="47110"/>
                </a:cubicBezTo>
                <a:cubicBezTo>
                  <a:pt x="188439" y="50569"/>
                  <a:pt x="186452" y="53698"/>
                  <a:pt x="183323" y="55133"/>
                </a:cubicBezTo>
                <a:lnTo>
                  <a:pt x="102869" y="92306"/>
                </a:lnTo>
                <a:cubicBezTo>
                  <a:pt x="97385" y="94845"/>
                  <a:pt x="91054" y="94845"/>
                  <a:pt x="85570" y="92306"/>
                </a:cubicBezTo>
                <a:lnTo>
                  <a:pt x="5116" y="55133"/>
                </a:lnTo>
                <a:cubicBezTo>
                  <a:pt x="1987" y="53661"/>
                  <a:pt x="0" y="50533"/>
                  <a:pt x="0" y="47110"/>
                </a:cubicBezTo>
                <a:cubicBezTo>
                  <a:pt x="0" y="43687"/>
                  <a:pt x="1987" y="40522"/>
                  <a:pt x="5116" y="39086"/>
                </a:cubicBezTo>
                <a:lnTo>
                  <a:pt x="85570" y="1914"/>
                </a:lnTo>
                <a:close/>
                <a:moveTo>
                  <a:pt x="17703" y="80381"/>
                </a:moveTo>
                <a:lnTo>
                  <a:pt x="78173" y="108316"/>
                </a:lnTo>
                <a:cubicBezTo>
                  <a:pt x="88368" y="113027"/>
                  <a:pt x="100108" y="113027"/>
                  <a:pt x="110303" y="108316"/>
                </a:cubicBezTo>
                <a:lnTo>
                  <a:pt x="170773" y="80381"/>
                </a:lnTo>
                <a:lnTo>
                  <a:pt x="183323" y="86196"/>
                </a:lnTo>
                <a:cubicBezTo>
                  <a:pt x="186452" y="87631"/>
                  <a:pt x="188439" y="90760"/>
                  <a:pt x="188439" y="94219"/>
                </a:cubicBezTo>
                <a:cubicBezTo>
                  <a:pt x="188439" y="97679"/>
                  <a:pt x="186452" y="100807"/>
                  <a:pt x="183323" y="102243"/>
                </a:cubicBezTo>
                <a:lnTo>
                  <a:pt x="102869" y="139415"/>
                </a:lnTo>
                <a:cubicBezTo>
                  <a:pt x="97385" y="141955"/>
                  <a:pt x="91054" y="141955"/>
                  <a:pt x="85570" y="139415"/>
                </a:cubicBezTo>
                <a:lnTo>
                  <a:pt x="5116" y="102243"/>
                </a:lnTo>
                <a:cubicBezTo>
                  <a:pt x="1987" y="100771"/>
                  <a:pt x="0" y="97642"/>
                  <a:pt x="0" y="94219"/>
                </a:cubicBezTo>
                <a:cubicBezTo>
                  <a:pt x="0" y="90797"/>
                  <a:pt x="1987" y="87631"/>
                  <a:pt x="5116" y="86196"/>
                </a:cubicBezTo>
                <a:lnTo>
                  <a:pt x="17666" y="80381"/>
                </a:lnTo>
                <a:close/>
                <a:moveTo>
                  <a:pt x="5116" y="133306"/>
                </a:moveTo>
                <a:lnTo>
                  <a:pt x="17666" y="127491"/>
                </a:lnTo>
                <a:lnTo>
                  <a:pt x="78136" y="155425"/>
                </a:lnTo>
                <a:cubicBezTo>
                  <a:pt x="88331" y="160136"/>
                  <a:pt x="100071" y="160136"/>
                  <a:pt x="110266" y="155425"/>
                </a:cubicBezTo>
                <a:lnTo>
                  <a:pt x="170736" y="127491"/>
                </a:lnTo>
                <a:lnTo>
                  <a:pt x="183286" y="133306"/>
                </a:lnTo>
                <a:cubicBezTo>
                  <a:pt x="186415" y="134741"/>
                  <a:pt x="188402" y="137870"/>
                  <a:pt x="188402" y="141329"/>
                </a:cubicBezTo>
                <a:cubicBezTo>
                  <a:pt x="188402" y="144789"/>
                  <a:pt x="186415" y="147917"/>
                  <a:pt x="183286" y="149353"/>
                </a:cubicBezTo>
                <a:lnTo>
                  <a:pt x="102832" y="186525"/>
                </a:lnTo>
                <a:cubicBezTo>
                  <a:pt x="97348" y="189065"/>
                  <a:pt x="91017" y="189065"/>
                  <a:pt x="85534" y="186525"/>
                </a:cubicBezTo>
                <a:lnTo>
                  <a:pt x="5116" y="149353"/>
                </a:lnTo>
                <a:cubicBezTo>
                  <a:pt x="1987" y="147880"/>
                  <a:pt x="0" y="144752"/>
                  <a:pt x="0" y="141329"/>
                </a:cubicBezTo>
                <a:cubicBezTo>
                  <a:pt x="0" y="137906"/>
                  <a:pt x="1987" y="134741"/>
                  <a:pt x="5116" y="1333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68321" y="1981671"/>
            <a:ext cx="531397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Centralized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8321" y="2320861"/>
            <a:ext cx="5295134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single web-based portal where students can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discover, apply to, and manage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applications across multiple institutions without switching between different systems.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5722" y="3379300"/>
            <a:ext cx="6143110" cy="1498090"/>
          </a:xfrm>
          <a:custGeom>
            <a:avLst/>
            <a:gdLst/>
            <a:ahLst/>
            <a:cxnLst/>
            <a:rect l="l" t="t" r="r" b="b"/>
            <a:pathLst>
              <a:path w="6143110" h="1498090">
                <a:moveTo>
                  <a:pt x="37688" y="0"/>
                </a:moveTo>
                <a:lnTo>
                  <a:pt x="6030049" y="0"/>
                </a:lnTo>
                <a:cubicBezTo>
                  <a:pt x="6092491" y="0"/>
                  <a:pt x="6143110" y="50619"/>
                  <a:pt x="6143110" y="113061"/>
                </a:cubicBezTo>
                <a:lnTo>
                  <a:pt x="6143110" y="1385029"/>
                </a:lnTo>
                <a:cubicBezTo>
                  <a:pt x="6143110" y="1447471"/>
                  <a:pt x="6092491" y="1498090"/>
                  <a:pt x="6030049" y="1498090"/>
                </a:cubicBezTo>
                <a:lnTo>
                  <a:pt x="37688" y="1498090"/>
                </a:lnTo>
                <a:cubicBezTo>
                  <a:pt x="16873" y="1498090"/>
                  <a:pt x="0" y="1481216"/>
                  <a:pt x="0" y="146040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5722" y="3379300"/>
            <a:ext cx="37688" cy="1498090"/>
          </a:xfrm>
          <a:custGeom>
            <a:avLst/>
            <a:gdLst/>
            <a:ahLst/>
            <a:cxnLst/>
            <a:rect l="l" t="t" r="r" b="b"/>
            <a:pathLst>
              <a:path w="37688" h="1498090">
                <a:moveTo>
                  <a:pt x="37688" y="0"/>
                </a:moveTo>
                <a:lnTo>
                  <a:pt x="37688" y="0"/>
                </a:lnTo>
                <a:lnTo>
                  <a:pt x="37688" y="1498090"/>
                </a:lnTo>
                <a:lnTo>
                  <a:pt x="37688" y="1498090"/>
                </a:lnTo>
                <a:cubicBezTo>
                  <a:pt x="16873" y="1498090"/>
                  <a:pt x="0" y="1481216"/>
                  <a:pt x="0" y="1460402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65317" y="3712247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75377" y="0"/>
                </a:moveTo>
                <a:lnTo>
                  <a:pt x="376876" y="0"/>
                </a:lnTo>
                <a:cubicBezTo>
                  <a:pt x="418478" y="0"/>
                  <a:pt x="452253" y="33775"/>
                  <a:pt x="452253" y="75377"/>
                </a:cubicBezTo>
                <a:lnTo>
                  <a:pt x="452253" y="376876"/>
                </a:lnTo>
                <a:cubicBezTo>
                  <a:pt x="452253" y="418478"/>
                  <a:pt x="418478" y="452253"/>
                  <a:pt x="376876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97224" y="3844155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49244" y="13360"/>
                </a:moveTo>
                <a:cubicBezTo>
                  <a:pt x="53256" y="16157"/>
                  <a:pt x="54213" y="21678"/>
                  <a:pt x="51416" y="25653"/>
                </a:cubicBezTo>
                <a:lnTo>
                  <a:pt x="30805" y="55096"/>
                </a:lnTo>
                <a:cubicBezTo>
                  <a:pt x="29296" y="57231"/>
                  <a:pt x="26941" y="58593"/>
                  <a:pt x="24328" y="58814"/>
                </a:cubicBezTo>
                <a:cubicBezTo>
                  <a:pt x="21715" y="59034"/>
                  <a:pt x="19138" y="58151"/>
                  <a:pt x="17298" y="56311"/>
                </a:cubicBezTo>
                <a:lnTo>
                  <a:pt x="2576" y="41589"/>
                </a:lnTo>
                <a:cubicBezTo>
                  <a:pt x="-847" y="38129"/>
                  <a:pt x="-847" y="32535"/>
                  <a:pt x="2576" y="29076"/>
                </a:cubicBezTo>
                <a:cubicBezTo>
                  <a:pt x="5999" y="25616"/>
                  <a:pt x="11630" y="25653"/>
                  <a:pt x="15090" y="29076"/>
                </a:cubicBezTo>
                <a:lnTo>
                  <a:pt x="22377" y="36363"/>
                </a:lnTo>
                <a:lnTo>
                  <a:pt x="36952" y="15531"/>
                </a:lnTo>
                <a:cubicBezTo>
                  <a:pt x="39749" y="11520"/>
                  <a:pt x="45270" y="10563"/>
                  <a:pt x="49244" y="13360"/>
                </a:cubicBezTo>
                <a:close/>
                <a:moveTo>
                  <a:pt x="49244" y="72247"/>
                </a:moveTo>
                <a:cubicBezTo>
                  <a:pt x="53256" y="75044"/>
                  <a:pt x="54213" y="80565"/>
                  <a:pt x="51416" y="84540"/>
                </a:cubicBezTo>
                <a:lnTo>
                  <a:pt x="30805" y="113983"/>
                </a:lnTo>
                <a:cubicBezTo>
                  <a:pt x="29296" y="116118"/>
                  <a:pt x="26941" y="117480"/>
                  <a:pt x="24328" y="117701"/>
                </a:cubicBezTo>
                <a:cubicBezTo>
                  <a:pt x="21715" y="117922"/>
                  <a:pt x="19138" y="117038"/>
                  <a:pt x="17298" y="115198"/>
                </a:cubicBezTo>
                <a:lnTo>
                  <a:pt x="2576" y="100476"/>
                </a:lnTo>
                <a:cubicBezTo>
                  <a:pt x="-883" y="97017"/>
                  <a:pt x="-883" y="91422"/>
                  <a:pt x="2576" y="88000"/>
                </a:cubicBezTo>
                <a:cubicBezTo>
                  <a:pt x="6036" y="84577"/>
                  <a:pt x="11630" y="84540"/>
                  <a:pt x="15053" y="88000"/>
                </a:cubicBezTo>
                <a:lnTo>
                  <a:pt x="22340" y="95287"/>
                </a:lnTo>
                <a:lnTo>
                  <a:pt x="36915" y="74455"/>
                </a:lnTo>
                <a:cubicBezTo>
                  <a:pt x="39712" y="70444"/>
                  <a:pt x="45233" y="69487"/>
                  <a:pt x="49208" y="72284"/>
                </a:cubicBezTo>
                <a:close/>
                <a:moveTo>
                  <a:pt x="82442" y="35332"/>
                </a:moveTo>
                <a:cubicBezTo>
                  <a:pt x="82442" y="28818"/>
                  <a:pt x="87705" y="23555"/>
                  <a:pt x="94219" y="23555"/>
                </a:cubicBezTo>
                <a:lnTo>
                  <a:pt x="176662" y="23555"/>
                </a:lnTo>
                <a:cubicBezTo>
                  <a:pt x="183176" y="23555"/>
                  <a:pt x="188439" y="28818"/>
                  <a:pt x="188439" y="35332"/>
                </a:cubicBezTo>
                <a:cubicBezTo>
                  <a:pt x="188439" y="41847"/>
                  <a:pt x="183176" y="47110"/>
                  <a:pt x="176662" y="47110"/>
                </a:cubicBezTo>
                <a:lnTo>
                  <a:pt x="94219" y="47110"/>
                </a:lnTo>
                <a:cubicBezTo>
                  <a:pt x="87705" y="47110"/>
                  <a:pt x="82442" y="41847"/>
                  <a:pt x="82442" y="35332"/>
                </a:cubicBezTo>
                <a:close/>
                <a:moveTo>
                  <a:pt x="82442" y="94219"/>
                </a:moveTo>
                <a:cubicBezTo>
                  <a:pt x="82442" y="87705"/>
                  <a:pt x="87705" y="82442"/>
                  <a:pt x="94219" y="82442"/>
                </a:cubicBezTo>
                <a:lnTo>
                  <a:pt x="176662" y="82442"/>
                </a:lnTo>
                <a:cubicBezTo>
                  <a:pt x="183176" y="82442"/>
                  <a:pt x="188439" y="87705"/>
                  <a:pt x="188439" y="94219"/>
                </a:cubicBezTo>
                <a:cubicBezTo>
                  <a:pt x="188439" y="100734"/>
                  <a:pt x="183176" y="105997"/>
                  <a:pt x="176662" y="105997"/>
                </a:cubicBezTo>
                <a:lnTo>
                  <a:pt x="94219" y="105997"/>
                </a:lnTo>
                <a:cubicBezTo>
                  <a:pt x="87705" y="105997"/>
                  <a:pt x="82442" y="100734"/>
                  <a:pt x="82442" y="94219"/>
                </a:cubicBezTo>
                <a:close/>
                <a:moveTo>
                  <a:pt x="58887" y="153107"/>
                </a:moveTo>
                <a:cubicBezTo>
                  <a:pt x="58887" y="146592"/>
                  <a:pt x="64150" y="141329"/>
                  <a:pt x="70665" y="141329"/>
                </a:cubicBezTo>
                <a:lnTo>
                  <a:pt x="176662" y="141329"/>
                </a:lnTo>
                <a:cubicBezTo>
                  <a:pt x="183176" y="141329"/>
                  <a:pt x="188439" y="146592"/>
                  <a:pt x="188439" y="153107"/>
                </a:cubicBezTo>
                <a:cubicBezTo>
                  <a:pt x="188439" y="159621"/>
                  <a:pt x="183176" y="164884"/>
                  <a:pt x="176662" y="164884"/>
                </a:cubicBezTo>
                <a:lnTo>
                  <a:pt x="70665" y="164884"/>
                </a:lnTo>
                <a:cubicBezTo>
                  <a:pt x="64150" y="164884"/>
                  <a:pt x="58887" y="159621"/>
                  <a:pt x="58887" y="153107"/>
                </a:cubicBezTo>
                <a:close/>
                <a:moveTo>
                  <a:pt x="23555" y="138385"/>
                </a:moveTo>
                <a:cubicBezTo>
                  <a:pt x="31680" y="138385"/>
                  <a:pt x="38277" y="144981"/>
                  <a:pt x="38277" y="153107"/>
                </a:cubicBezTo>
                <a:cubicBezTo>
                  <a:pt x="38277" y="161232"/>
                  <a:pt x="31680" y="167828"/>
                  <a:pt x="23555" y="167828"/>
                </a:cubicBezTo>
                <a:cubicBezTo>
                  <a:pt x="15430" y="167828"/>
                  <a:pt x="8833" y="161232"/>
                  <a:pt x="8833" y="153107"/>
                </a:cubicBezTo>
                <a:cubicBezTo>
                  <a:pt x="8833" y="144981"/>
                  <a:pt x="15430" y="138385"/>
                  <a:pt x="23555" y="1383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68321" y="3712247"/>
            <a:ext cx="531397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8321" y="4051437"/>
            <a:ext cx="529513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guided, step-by-step application process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ensures all required information is collected systematically, reducing errors and omissions.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5722" y="4987391"/>
            <a:ext cx="6143110" cy="1498090"/>
          </a:xfrm>
          <a:custGeom>
            <a:avLst/>
            <a:gdLst/>
            <a:ahLst/>
            <a:cxnLst/>
            <a:rect l="l" t="t" r="r" b="b"/>
            <a:pathLst>
              <a:path w="6143110" h="1498090">
                <a:moveTo>
                  <a:pt x="37688" y="0"/>
                </a:moveTo>
                <a:lnTo>
                  <a:pt x="6030049" y="0"/>
                </a:lnTo>
                <a:cubicBezTo>
                  <a:pt x="6092491" y="0"/>
                  <a:pt x="6143110" y="50619"/>
                  <a:pt x="6143110" y="113061"/>
                </a:cubicBezTo>
                <a:lnTo>
                  <a:pt x="6143110" y="1385029"/>
                </a:lnTo>
                <a:cubicBezTo>
                  <a:pt x="6143110" y="1447471"/>
                  <a:pt x="6092491" y="1498090"/>
                  <a:pt x="6030049" y="1498090"/>
                </a:cubicBezTo>
                <a:lnTo>
                  <a:pt x="37688" y="1498090"/>
                </a:lnTo>
                <a:cubicBezTo>
                  <a:pt x="16873" y="1498090"/>
                  <a:pt x="0" y="1481216"/>
                  <a:pt x="0" y="1460402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5722" y="4987391"/>
            <a:ext cx="37688" cy="1498090"/>
          </a:xfrm>
          <a:custGeom>
            <a:avLst/>
            <a:gdLst/>
            <a:ahLst/>
            <a:cxnLst/>
            <a:rect l="l" t="t" r="r" b="b"/>
            <a:pathLst>
              <a:path w="37688" h="1498090">
                <a:moveTo>
                  <a:pt x="37688" y="0"/>
                </a:moveTo>
                <a:lnTo>
                  <a:pt x="37688" y="0"/>
                </a:lnTo>
                <a:lnTo>
                  <a:pt x="37688" y="1498090"/>
                </a:lnTo>
                <a:lnTo>
                  <a:pt x="37688" y="1498090"/>
                </a:lnTo>
                <a:cubicBezTo>
                  <a:pt x="16873" y="1498090"/>
                  <a:pt x="0" y="1481216"/>
                  <a:pt x="0" y="1460402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65317" y="5320221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75377" y="0"/>
                </a:moveTo>
                <a:lnTo>
                  <a:pt x="376876" y="0"/>
                </a:lnTo>
                <a:cubicBezTo>
                  <a:pt x="418478" y="0"/>
                  <a:pt x="452253" y="33775"/>
                  <a:pt x="452253" y="75377"/>
                </a:cubicBezTo>
                <a:lnTo>
                  <a:pt x="452253" y="376876"/>
                </a:lnTo>
                <a:cubicBezTo>
                  <a:pt x="452253" y="418478"/>
                  <a:pt x="418478" y="452253"/>
                  <a:pt x="376876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224" y="5452129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1777" y="11777"/>
                </a:moveTo>
                <a:cubicBezTo>
                  <a:pt x="18292" y="11777"/>
                  <a:pt x="23555" y="17040"/>
                  <a:pt x="23555" y="23555"/>
                </a:cubicBezTo>
                <a:lnTo>
                  <a:pt x="23555" y="147218"/>
                </a:lnTo>
                <a:cubicBezTo>
                  <a:pt x="23555" y="150457"/>
                  <a:pt x="26205" y="153107"/>
                  <a:pt x="29444" y="153107"/>
                </a:cubicBezTo>
                <a:lnTo>
                  <a:pt x="176662" y="153107"/>
                </a:lnTo>
                <a:cubicBezTo>
                  <a:pt x="183176" y="153107"/>
                  <a:pt x="188439" y="158370"/>
                  <a:pt x="188439" y="164884"/>
                </a:cubicBezTo>
                <a:cubicBezTo>
                  <a:pt x="188439" y="171398"/>
                  <a:pt x="183176" y="176662"/>
                  <a:pt x="176662" y="176662"/>
                </a:cubicBezTo>
                <a:lnTo>
                  <a:pt x="29444" y="176662"/>
                </a:lnTo>
                <a:cubicBezTo>
                  <a:pt x="13176" y="176662"/>
                  <a:pt x="0" y="163486"/>
                  <a:pt x="0" y="147218"/>
                </a:cubicBezTo>
                <a:lnTo>
                  <a:pt x="0" y="23555"/>
                </a:lnTo>
                <a:cubicBezTo>
                  <a:pt x="0" y="17040"/>
                  <a:pt x="5263" y="11777"/>
                  <a:pt x="11777" y="11777"/>
                </a:cubicBezTo>
                <a:close/>
                <a:moveTo>
                  <a:pt x="47110" y="35332"/>
                </a:moveTo>
                <a:cubicBezTo>
                  <a:pt x="47110" y="28818"/>
                  <a:pt x="52373" y="23555"/>
                  <a:pt x="58887" y="23555"/>
                </a:cubicBezTo>
                <a:lnTo>
                  <a:pt x="129552" y="23555"/>
                </a:lnTo>
                <a:cubicBezTo>
                  <a:pt x="136066" y="23555"/>
                  <a:pt x="141329" y="28818"/>
                  <a:pt x="141329" y="35332"/>
                </a:cubicBezTo>
                <a:cubicBezTo>
                  <a:pt x="141329" y="41847"/>
                  <a:pt x="136066" y="47110"/>
                  <a:pt x="129552" y="47110"/>
                </a:cubicBezTo>
                <a:lnTo>
                  <a:pt x="58887" y="47110"/>
                </a:lnTo>
                <a:cubicBezTo>
                  <a:pt x="52373" y="47110"/>
                  <a:pt x="47110" y="41847"/>
                  <a:pt x="47110" y="35332"/>
                </a:cubicBezTo>
                <a:close/>
                <a:moveTo>
                  <a:pt x="58887" y="64776"/>
                </a:moveTo>
                <a:lnTo>
                  <a:pt x="105997" y="64776"/>
                </a:lnTo>
                <a:cubicBezTo>
                  <a:pt x="112511" y="64776"/>
                  <a:pt x="117774" y="70039"/>
                  <a:pt x="117774" y="76553"/>
                </a:cubicBezTo>
                <a:cubicBezTo>
                  <a:pt x="117774" y="83068"/>
                  <a:pt x="112511" y="88331"/>
                  <a:pt x="105997" y="88331"/>
                </a:cubicBezTo>
                <a:lnTo>
                  <a:pt x="58887" y="88331"/>
                </a:lnTo>
                <a:cubicBezTo>
                  <a:pt x="52373" y="88331"/>
                  <a:pt x="47110" y="83068"/>
                  <a:pt x="47110" y="76553"/>
                </a:cubicBezTo>
                <a:cubicBezTo>
                  <a:pt x="47110" y="70039"/>
                  <a:pt x="52373" y="64776"/>
                  <a:pt x="58887" y="64776"/>
                </a:cubicBezTo>
                <a:close/>
                <a:moveTo>
                  <a:pt x="58887" y="105997"/>
                </a:moveTo>
                <a:lnTo>
                  <a:pt x="153107" y="105997"/>
                </a:lnTo>
                <a:cubicBezTo>
                  <a:pt x="159621" y="105997"/>
                  <a:pt x="164884" y="111260"/>
                  <a:pt x="164884" y="117774"/>
                </a:cubicBezTo>
                <a:cubicBezTo>
                  <a:pt x="164884" y="124289"/>
                  <a:pt x="159621" y="129552"/>
                  <a:pt x="153107" y="129552"/>
                </a:cubicBezTo>
                <a:lnTo>
                  <a:pt x="58887" y="129552"/>
                </a:lnTo>
                <a:cubicBezTo>
                  <a:pt x="52373" y="129552"/>
                  <a:pt x="47110" y="124289"/>
                  <a:pt x="47110" y="117774"/>
                </a:cubicBezTo>
                <a:cubicBezTo>
                  <a:pt x="47110" y="111260"/>
                  <a:pt x="52373" y="105997"/>
                  <a:pt x="58887" y="1059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68321" y="5320221"/>
            <a:ext cx="531397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Tracking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8321" y="5659411"/>
            <a:ext cx="5295134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personalized dashboard providing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visibility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application status, submission history, and institutional responses.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5665" y="1771326"/>
            <a:ext cx="5050164" cy="4710974"/>
          </a:xfrm>
          <a:custGeom>
            <a:avLst/>
            <a:gdLst/>
            <a:ahLst/>
            <a:cxnLst/>
            <a:rect l="l" t="t" r="r" b="b"/>
            <a:pathLst>
              <a:path w="5050164" h="4710974">
                <a:moveTo>
                  <a:pt x="150751" y="0"/>
                </a:moveTo>
                <a:lnTo>
                  <a:pt x="4899413" y="0"/>
                </a:lnTo>
                <a:cubicBezTo>
                  <a:pt x="4982670" y="0"/>
                  <a:pt x="5050164" y="67494"/>
                  <a:pt x="5050164" y="150751"/>
                </a:cubicBezTo>
                <a:lnTo>
                  <a:pt x="5050164" y="4560223"/>
                </a:lnTo>
                <a:cubicBezTo>
                  <a:pt x="5050164" y="4643480"/>
                  <a:pt x="4982670" y="4710974"/>
                  <a:pt x="4899413" y="4710974"/>
                </a:cubicBezTo>
                <a:lnTo>
                  <a:pt x="150751" y="4710974"/>
                </a:lnTo>
                <a:cubicBezTo>
                  <a:pt x="67494" y="4710974"/>
                  <a:pt x="0" y="4643480"/>
                  <a:pt x="0" y="4560223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235549" dist="188439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05925" y="2035023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136692" y="-8347"/>
                </a:moveTo>
                <a:cubicBezTo>
                  <a:pt x="134881" y="-11880"/>
                  <a:pt x="131215" y="-14133"/>
                  <a:pt x="127240" y="-14133"/>
                </a:cubicBezTo>
                <a:cubicBezTo>
                  <a:pt x="123266" y="-14133"/>
                  <a:pt x="119600" y="-11880"/>
                  <a:pt x="117789" y="-8347"/>
                </a:cubicBezTo>
                <a:lnTo>
                  <a:pt x="85283" y="55339"/>
                </a:lnTo>
                <a:lnTo>
                  <a:pt x="14663" y="66557"/>
                </a:lnTo>
                <a:cubicBezTo>
                  <a:pt x="10732" y="67176"/>
                  <a:pt x="7464" y="69958"/>
                  <a:pt x="6227" y="73756"/>
                </a:cubicBezTo>
                <a:cubicBezTo>
                  <a:pt x="4991" y="77554"/>
                  <a:pt x="6006" y="81706"/>
                  <a:pt x="8789" y="84533"/>
                </a:cubicBezTo>
                <a:lnTo>
                  <a:pt x="59314" y="135102"/>
                </a:lnTo>
                <a:lnTo>
                  <a:pt x="48184" y="205722"/>
                </a:lnTo>
                <a:cubicBezTo>
                  <a:pt x="47566" y="209653"/>
                  <a:pt x="49200" y="213628"/>
                  <a:pt x="52424" y="215969"/>
                </a:cubicBezTo>
                <a:cubicBezTo>
                  <a:pt x="55648" y="218309"/>
                  <a:pt x="59888" y="218663"/>
                  <a:pt x="63466" y="216852"/>
                </a:cubicBezTo>
                <a:lnTo>
                  <a:pt x="127240" y="184435"/>
                </a:lnTo>
                <a:lnTo>
                  <a:pt x="190971" y="216852"/>
                </a:lnTo>
                <a:cubicBezTo>
                  <a:pt x="194504" y="218663"/>
                  <a:pt x="198788" y="218309"/>
                  <a:pt x="202012" y="215969"/>
                </a:cubicBezTo>
                <a:cubicBezTo>
                  <a:pt x="205237" y="213628"/>
                  <a:pt x="206871" y="209697"/>
                  <a:pt x="206252" y="205722"/>
                </a:cubicBezTo>
                <a:lnTo>
                  <a:pt x="195078" y="135102"/>
                </a:lnTo>
                <a:lnTo>
                  <a:pt x="245604" y="84533"/>
                </a:lnTo>
                <a:cubicBezTo>
                  <a:pt x="248430" y="81706"/>
                  <a:pt x="249402" y="77554"/>
                  <a:pt x="248165" y="73756"/>
                </a:cubicBezTo>
                <a:cubicBezTo>
                  <a:pt x="246929" y="69958"/>
                  <a:pt x="243705" y="67176"/>
                  <a:pt x="239730" y="66557"/>
                </a:cubicBezTo>
                <a:lnTo>
                  <a:pt x="169153" y="55339"/>
                </a:lnTo>
                <a:lnTo>
                  <a:pt x="136692" y="-834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274450" y="1997453"/>
            <a:ext cx="442831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15347" y="2487277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84798" y="169595"/>
                </a:moveTo>
                <a:cubicBezTo>
                  <a:pt x="131599" y="169595"/>
                  <a:pt x="169595" y="131599"/>
                  <a:pt x="169595" y="84798"/>
                </a:cubicBezTo>
                <a:cubicBezTo>
                  <a:pt x="169595" y="37996"/>
                  <a:pt x="131599" y="0"/>
                  <a:pt x="84798" y="0"/>
                </a:cubicBezTo>
                <a:cubicBezTo>
                  <a:pt x="37996" y="0"/>
                  <a:pt x="0" y="37996"/>
                  <a:pt x="0" y="84798"/>
                </a:cubicBezTo>
                <a:cubicBezTo>
                  <a:pt x="0" y="131599"/>
                  <a:pt x="37996" y="169595"/>
                  <a:pt x="84798" y="169595"/>
                </a:cubicBezTo>
                <a:close/>
                <a:moveTo>
                  <a:pt x="112754" y="70455"/>
                </a:moveTo>
                <a:lnTo>
                  <a:pt x="86255" y="112854"/>
                </a:lnTo>
                <a:cubicBezTo>
                  <a:pt x="84864" y="115073"/>
                  <a:pt x="82479" y="116464"/>
                  <a:pt x="79862" y="116597"/>
                </a:cubicBezTo>
                <a:cubicBezTo>
                  <a:pt x="77245" y="116729"/>
                  <a:pt x="74728" y="115537"/>
                  <a:pt x="73171" y="113417"/>
                </a:cubicBezTo>
                <a:lnTo>
                  <a:pt x="57271" y="92217"/>
                </a:lnTo>
                <a:cubicBezTo>
                  <a:pt x="54622" y="88706"/>
                  <a:pt x="55350" y="83738"/>
                  <a:pt x="58861" y="81088"/>
                </a:cubicBezTo>
                <a:cubicBezTo>
                  <a:pt x="62373" y="78438"/>
                  <a:pt x="67341" y="79166"/>
                  <a:pt x="69991" y="82678"/>
                </a:cubicBezTo>
                <a:lnTo>
                  <a:pt x="78935" y="94602"/>
                </a:lnTo>
                <a:lnTo>
                  <a:pt x="99273" y="62041"/>
                </a:lnTo>
                <a:cubicBezTo>
                  <a:pt x="101591" y="58331"/>
                  <a:pt x="106494" y="57172"/>
                  <a:pt x="110237" y="59524"/>
                </a:cubicBezTo>
                <a:cubicBezTo>
                  <a:pt x="113980" y="61876"/>
                  <a:pt x="115106" y="66745"/>
                  <a:pt x="112754" y="7048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6849" y="2449589"/>
            <a:ext cx="4352940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Efficiency:</a:t>
            </a:r>
            <a:pPr>
              <a:lnSpc>
                <a:spcPct val="13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application time by up to 70% through reusable profiles and intelligent forms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15347" y="3052594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84798" y="169595"/>
                </a:moveTo>
                <a:cubicBezTo>
                  <a:pt x="131599" y="169595"/>
                  <a:pt x="169595" y="131599"/>
                  <a:pt x="169595" y="84798"/>
                </a:cubicBezTo>
                <a:cubicBezTo>
                  <a:pt x="169595" y="37996"/>
                  <a:pt x="131599" y="0"/>
                  <a:pt x="84798" y="0"/>
                </a:cubicBezTo>
                <a:cubicBezTo>
                  <a:pt x="37996" y="0"/>
                  <a:pt x="0" y="37996"/>
                  <a:pt x="0" y="84798"/>
                </a:cubicBezTo>
                <a:cubicBezTo>
                  <a:pt x="0" y="131599"/>
                  <a:pt x="37996" y="169595"/>
                  <a:pt x="84798" y="169595"/>
                </a:cubicBezTo>
                <a:close/>
                <a:moveTo>
                  <a:pt x="112754" y="70455"/>
                </a:moveTo>
                <a:lnTo>
                  <a:pt x="86255" y="112854"/>
                </a:lnTo>
                <a:cubicBezTo>
                  <a:pt x="84864" y="115073"/>
                  <a:pt x="82479" y="116464"/>
                  <a:pt x="79862" y="116597"/>
                </a:cubicBezTo>
                <a:cubicBezTo>
                  <a:pt x="77245" y="116729"/>
                  <a:pt x="74728" y="115537"/>
                  <a:pt x="73171" y="113417"/>
                </a:cubicBezTo>
                <a:lnTo>
                  <a:pt x="57271" y="92217"/>
                </a:lnTo>
                <a:cubicBezTo>
                  <a:pt x="54622" y="88706"/>
                  <a:pt x="55350" y="83738"/>
                  <a:pt x="58861" y="81088"/>
                </a:cubicBezTo>
                <a:cubicBezTo>
                  <a:pt x="62373" y="78438"/>
                  <a:pt x="67341" y="79166"/>
                  <a:pt x="69991" y="82678"/>
                </a:cubicBezTo>
                <a:lnTo>
                  <a:pt x="78935" y="94602"/>
                </a:lnTo>
                <a:lnTo>
                  <a:pt x="99273" y="62041"/>
                </a:lnTo>
                <a:cubicBezTo>
                  <a:pt x="101591" y="58331"/>
                  <a:pt x="106494" y="57172"/>
                  <a:pt x="110237" y="59524"/>
                </a:cubicBezTo>
                <a:cubicBezTo>
                  <a:pt x="113980" y="61876"/>
                  <a:pt x="115106" y="66745"/>
                  <a:pt x="112754" y="7048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6849" y="3014906"/>
            <a:ext cx="4352940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Reduction:</a:t>
            </a:r>
            <a:pPr>
              <a:lnSpc>
                <a:spcPct val="13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Built-in validation prevents common mistakes before submission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15347" y="3617911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84798" y="169595"/>
                </a:moveTo>
                <a:cubicBezTo>
                  <a:pt x="131599" y="169595"/>
                  <a:pt x="169595" y="131599"/>
                  <a:pt x="169595" y="84798"/>
                </a:cubicBezTo>
                <a:cubicBezTo>
                  <a:pt x="169595" y="37996"/>
                  <a:pt x="131599" y="0"/>
                  <a:pt x="84798" y="0"/>
                </a:cubicBezTo>
                <a:cubicBezTo>
                  <a:pt x="37996" y="0"/>
                  <a:pt x="0" y="37996"/>
                  <a:pt x="0" y="84798"/>
                </a:cubicBezTo>
                <a:cubicBezTo>
                  <a:pt x="0" y="131599"/>
                  <a:pt x="37996" y="169595"/>
                  <a:pt x="84798" y="169595"/>
                </a:cubicBezTo>
                <a:close/>
                <a:moveTo>
                  <a:pt x="112754" y="70455"/>
                </a:moveTo>
                <a:lnTo>
                  <a:pt x="86255" y="112854"/>
                </a:lnTo>
                <a:cubicBezTo>
                  <a:pt x="84864" y="115073"/>
                  <a:pt x="82479" y="116464"/>
                  <a:pt x="79862" y="116597"/>
                </a:cubicBezTo>
                <a:cubicBezTo>
                  <a:pt x="77245" y="116729"/>
                  <a:pt x="74728" y="115537"/>
                  <a:pt x="73171" y="113417"/>
                </a:cubicBezTo>
                <a:lnTo>
                  <a:pt x="57271" y="92217"/>
                </a:lnTo>
                <a:cubicBezTo>
                  <a:pt x="54622" y="88706"/>
                  <a:pt x="55350" y="83738"/>
                  <a:pt x="58861" y="81088"/>
                </a:cubicBezTo>
                <a:cubicBezTo>
                  <a:pt x="62373" y="78438"/>
                  <a:pt x="67341" y="79166"/>
                  <a:pt x="69991" y="82678"/>
                </a:cubicBezTo>
                <a:lnTo>
                  <a:pt x="78935" y="94602"/>
                </a:lnTo>
                <a:lnTo>
                  <a:pt x="99273" y="62041"/>
                </a:lnTo>
                <a:cubicBezTo>
                  <a:pt x="101591" y="58331"/>
                  <a:pt x="106494" y="57172"/>
                  <a:pt x="110237" y="59524"/>
                </a:cubicBezTo>
                <a:cubicBezTo>
                  <a:pt x="113980" y="61876"/>
                  <a:pt x="115106" y="66745"/>
                  <a:pt x="112754" y="7048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6849" y="3580223"/>
            <a:ext cx="4352940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Organization:</a:t>
            </a:r>
            <a:pPr>
              <a:lnSpc>
                <a:spcPct val="13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applications and documents in one secure location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15347" y="4183227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84798" y="169595"/>
                </a:moveTo>
                <a:cubicBezTo>
                  <a:pt x="131599" y="169595"/>
                  <a:pt x="169595" y="131599"/>
                  <a:pt x="169595" y="84798"/>
                </a:cubicBezTo>
                <a:cubicBezTo>
                  <a:pt x="169595" y="37996"/>
                  <a:pt x="131599" y="0"/>
                  <a:pt x="84798" y="0"/>
                </a:cubicBezTo>
                <a:cubicBezTo>
                  <a:pt x="37996" y="0"/>
                  <a:pt x="0" y="37996"/>
                  <a:pt x="0" y="84798"/>
                </a:cubicBezTo>
                <a:cubicBezTo>
                  <a:pt x="0" y="131599"/>
                  <a:pt x="37996" y="169595"/>
                  <a:pt x="84798" y="169595"/>
                </a:cubicBezTo>
                <a:close/>
                <a:moveTo>
                  <a:pt x="112754" y="70455"/>
                </a:moveTo>
                <a:lnTo>
                  <a:pt x="86255" y="112854"/>
                </a:lnTo>
                <a:cubicBezTo>
                  <a:pt x="84864" y="115073"/>
                  <a:pt x="82479" y="116464"/>
                  <a:pt x="79862" y="116597"/>
                </a:cubicBezTo>
                <a:cubicBezTo>
                  <a:pt x="77245" y="116729"/>
                  <a:pt x="74728" y="115537"/>
                  <a:pt x="73171" y="113417"/>
                </a:cubicBezTo>
                <a:lnTo>
                  <a:pt x="57271" y="92217"/>
                </a:lnTo>
                <a:cubicBezTo>
                  <a:pt x="54622" y="88706"/>
                  <a:pt x="55350" y="83738"/>
                  <a:pt x="58861" y="81088"/>
                </a:cubicBezTo>
                <a:cubicBezTo>
                  <a:pt x="62373" y="78438"/>
                  <a:pt x="67341" y="79166"/>
                  <a:pt x="69991" y="82678"/>
                </a:cubicBezTo>
                <a:lnTo>
                  <a:pt x="78935" y="94602"/>
                </a:lnTo>
                <a:lnTo>
                  <a:pt x="99273" y="62041"/>
                </a:lnTo>
                <a:cubicBezTo>
                  <a:pt x="101591" y="58331"/>
                  <a:pt x="106494" y="57172"/>
                  <a:pt x="110237" y="59524"/>
                </a:cubicBezTo>
                <a:cubicBezTo>
                  <a:pt x="113980" y="61876"/>
                  <a:pt x="115106" y="66745"/>
                  <a:pt x="112754" y="7048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7316849" y="4145540"/>
            <a:ext cx="4352940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Experience:</a:t>
            </a:r>
            <a:pPr>
              <a:lnSpc>
                <a:spcPct val="13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Intuitive design reduces stress and increases completion rates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91792" y="5574143"/>
            <a:ext cx="4597910" cy="7538"/>
          </a:xfrm>
          <a:custGeom>
            <a:avLst/>
            <a:gdLst/>
            <a:ahLst/>
            <a:cxnLst/>
            <a:rect l="l" t="t" r="r" b="b"/>
            <a:pathLst>
              <a:path w="4597910" h="7538">
                <a:moveTo>
                  <a:pt x="0" y="0"/>
                </a:moveTo>
                <a:lnTo>
                  <a:pt x="4597910" y="0"/>
                </a:lnTo>
                <a:lnTo>
                  <a:pt x="4597910" y="7538"/>
                </a:lnTo>
                <a:lnTo>
                  <a:pt x="0" y="7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991792" y="5728661"/>
            <a:ext cx="168652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Status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1792" y="5954788"/>
            <a:ext cx="1733638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&amp; Deployed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209409" y="5822764"/>
            <a:ext cx="339190" cy="339190"/>
          </a:xfrm>
          <a:custGeom>
            <a:avLst/>
            <a:gdLst/>
            <a:ahLst/>
            <a:cxnLst/>
            <a:rect l="l" t="t" r="r" b="b"/>
            <a:pathLst>
              <a:path w="339190" h="339190">
                <a:moveTo>
                  <a:pt x="84798" y="211994"/>
                </a:moveTo>
                <a:lnTo>
                  <a:pt x="16231" y="211994"/>
                </a:lnTo>
                <a:cubicBezTo>
                  <a:pt x="-265" y="211994"/>
                  <a:pt x="-10401" y="194041"/>
                  <a:pt x="-1921" y="179864"/>
                </a:cubicBezTo>
                <a:lnTo>
                  <a:pt x="33124" y="121433"/>
                </a:lnTo>
                <a:cubicBezTo>
                  <a:pt x="38888" y="111827"/>
                  <a:pt x="49222" y="105997"/>
                  <a:pt x="60418" y="105997"/>
                </a:cubicBezTo>
                <a:lnTo>
                  <a:pt x="123354" y="105997"/>
                </a:lnTo>
                <a:cubicBezTo>
                  <a:pt x="173769" y="20603"/>
                  <a:pt x="248960" y="16297"/>
                  <a:pt x="299243" y="23651"/>
                </a:cubicBezTo>
                <a:cubicBezTo>
                  <a:pt x="307722" y="24909"/>
                  <a:pt x="314347" y="31534"/>
                  <a:pt x="315540" y="39948"/>
                </a:cubicBezTo>
                <a:cubicBezTo>
                  <a:pt x="322893" y="90230"/>
                  <a:pt x="318587" y="165421"/>
                  <a:pt x="233193" y="215836"/>
                </a:cubicBezTo>
                <a:lnTo>
                  <a:pt x="233193" y="278772"/>
                </a:lnTo>
                <a:cubicBezTo>
                  <a:pt x="233193" y="289968"/>
                  <a:pt x="227363" y="300302"/>
                  <a:pt x="217757" y="306066"/>
                </a:cubicBezTo>
                <a:lnTo>
                  <a:pt x="159327" y="341111"/>
                </a:lnTo>
                <a:cubicBezTo>
                  <a:pt x="145216" y="349591"/>
                  <a:pt x="127196" y="339389"/>
                  <a:pt x="127196" y="322959"/>
                </a:cubicBezTo>
                <a:lnTo>
                  <a:pt x="127196" y="254393"/>
                </a:lnTo>
                <a:cubicBezTo>
                  <a:pt x="127196" y="231007"/>
                  <a:pt x="108183" y="211994"/>
                  <a:pt x="84798" y="211994"/>
                </a:cubicBezTo>
                <a:lnTo>
                  <a:pt x="84731" y="211994"/>
                </a:lnTo>
                <a:close/>
                <a:moveTo>
                  <a:pt x="264992" y="105997"/>
                </a:moveTo>
                <a:cubicBezTo>
                  <a:pt x="264992" y="88447"/>
                  <a:pt x="250744" y="74198"/>
                  <a:pt x="233193" y="74198"/>
                </a:cubicBezTo>
                <a:cubicBezTo>
                  <a:pt x="215643" y="74198"/>
                  <a:pt x="201394" y="88447"/>
                  <a:pt x="201394" y="105997"/>
                </a:cubicBezTo>
                <a:cubicBezTo>
                  <a:pt x="201394" y="123547"/>
                  <a:pt x="215643" y="137796"/>
                  <a:pt x="233193" y="137796"/>
                </a:cubicBezTo>
                <a:cubicBezTo>
                  <a:pt x="250744" y="137796"/>
                  <a:pt x="264992" y="123547"/>
                  <a:pt x="264992" y="105997"/>
                </a:cubicBezTo>
                <a:close/>
              </a:path>
            </a:pathLst>
          </a:custGeom>
          <a:solidFill>
            <a:srgbClr val="3B82F6">
              <a:alpha val="5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438275" cy="342900"/>
          </a:xfrm>
          <a:custGeom>
            <a:avLst/>
            <a:gdLst/>
            <a:ahLst/>
            <a:cxnLst/>
            <a:rect l="l" t="t" r="r" b="b"/>
            <a:pathLst>
              <a:path w="1438275" h="342900">
                <a:moveTo>
                  <a:pt x="76199" y="0"/>
                </a:moveTo>
                <a:lnTo>
                  <a:pt x="1362076" y="0"/>
                </a:lnTo>
                <a:cubicBezTo>
                  <a:pt x="1404159" y="0"/>
                  <a:pt x="1438275" y="34116"/>
                  <a:pt x="1438275" y="76199"/>
                </a:cubicBezTo>
                <a:lnTo>
                  <a:pt x="1438275" y="266701"/>
                </a:lnTo>
                <a:cubicBezTo>
                  <a:pt x="1438275" y="308784"/>
                  <a:pt x="1404159" y="342900"/>
                  <a:pt x="13620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762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716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functionality designed for modern admissions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847850"/>
            <a:ext cx="3686175" cy="2514600"/>
          </a:xfrm>
          <a:custGeom>
            <a:avLst/>
            <a:gdLst/>
            <a:ahLst/>
            <a:cxnLst/>
            <a:rect l="l" t="t" r="r" b="b"/>
            <a:pathLst>
              <a:path w="3686175" h="25146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400311"/>
                </a:lnTo>
                <a:cubicBezTo>
                  <a:pt x="3686175" y="2463431"/>
                  <a:pt x="3635006" y="2514600"/>
                  <a:pt x="3571886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8478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900" y="220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27432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Multi-Step Application 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3124200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form divided into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sections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Program Selection, Personal Details, Academic Information, Guardian Details, and Final Review.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4010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14388" y="39814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structured steps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4460" y="1847850"/>
            <a:ext cx="3686175" cy="2514600"/>
          </a:xfrm>
          <a:custGeom>
            <a:avLst/>
            <a:gdLst/>
            <a:ahLst/>
            <a:cxnLst/>
            <a:rect l="l" t="t" r="r" b="b"/>
            <a:pathLst>
              <a:path w="3686175" h="25146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400311"/>
                </a:lnTo>
                <a:cubicBezTo>
                  <a:pt x="3686175" y="2463431"/>
                  <a:pt x="3635006" y="2514600"/>
                  <a:pt x="3571886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4460" y="18478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4960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97360" y="220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444960" y="27432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Status Tracking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44960" y="3124200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dashboard showing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progress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submission status, institutional responses, and important deadlines.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64010" y="4010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687848" y="398145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updates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7921" y="1847850"/>
            <a:ext cx="3686175" cy="2514600"/>
          </a:xfrm>
          <a:custGeom>
            <a:avLst/>
            <a:gdLst/>
            <a:ahLst/>
            <a:cxnLst/>
            <a:rect l="l" t="t" r="r" b="b"/>
            <a:pathLst>
              <a:path w="3686175" h="25146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400311"/>
                </a:lnTo>
                <a:cubicBezTo>
                  <a:pt x="3686175" y="2463431"/>
                  <a:pt x="3635006" y="2514600"/>
                  <a:pt x="3571886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27921" y="18478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318421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70821" y="220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147" y="171539"/>
                </a:moveTo>
                <a:cubicBezTo>
                  <a:pt x="168280" y="154394"/>
                  <a:pt x="149751" y="142875"/>
                  <a:pt x="128588" y="142875"/>
                </a:cubicBezTo>
                <a:lnTo>
                  <a:pt x="100013" y="142875"/>
                </a:lnTo>
                <a:cubicBezTo>
                  <a:pt x="78849" y="142875"/>
                  <a:pt x="60320" y="154394"/>
                  <a:pt x="50453" y="171539"/>
                </a:cubicBezTo>
                <a:cubicBezTo>
                  <a:pt x="66169" y="189041"/>
                  <a:pt x="88940" y="200025"/>
                  <a:pt x="114300" y="200025"/>
                </a:cubicBezTo>
                <a:cubicBezTo>
                  <a:pt x="139660" y="200025"/>
                  <a:pt x="162431" y="188997"/>
                  <a:pt x="178147" y="171539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21444"/>
                </a:moveTo>
                <a:cubicBezTo>
                  <a:pt x="132042" y="121444"/>
                  <a:pt x="146447" y="107039"/>
                  <a:pt x="146447" y="89297"/>
                </a:cubicBezTo>
                <a:cubicBezTo>
                  <a:pt x="146447" y="71555"/>
                  <a:pt x="132042" y="57150"/>
                  <a:pt x="114300" y="57150"/>
                </a:cubicBezTo>
                <a:cubicBezTo>
                  <a:pt x="96558" y="57150"/>
                  <a:pt x="82153" y="71555"/>
                  <a:pt x="82153" y="89297"/>
                </a:cubicBezTo>
                <a:cubicBezTo>
                  <a:pt x="82153" y="107039"/>
                  <a:pt x="96558" y="121444"/>
                  <a:pt x="114300" y="1214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318421" y="2743200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Dashboard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18421" y="3124200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hub displaying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applications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profile information, saved institutions, and application history in one view.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37471" y="4010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8561308" y="39814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455295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" y="5019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723900" y="5172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57300" y="474345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Validation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57300" y="5086350"/>
            <a:ext cx="4629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client-side and server-side validation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data accuracy, required field completion, and format correctness before submission.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1250" y="455295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1750" y="5019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6562725" y="51720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067550" y="486727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67550" y="5210175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responsive interface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adapts seamlessly to desktops, tablets, and mobile devices, ensuring accessibility anywhere.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543050" cy="342900"/>
          </a:xfrm>
          <a:custGeom>
            <a:avLst/>
            <a:gdLst/>
            <a:ahLst/>
            <a:cxnLst/>
            <a:rect l="l" t="t" r="r" b="b"/>
            <a:pathLst>
              <a:path w="1543050" h="342900">
                <a:moveTo>
                  <a:pt x="76199" y="0"/>
                </a:moveTo>
                <a:lnTo>
                  <a:pt x="1466851" y="0"/>
                </a:lnTo>
                <a:cubicBezTo>
                  <a:pt x="1508934" y="0"/>
                  <a:pt x="1543050" y="34116"/>
                  <a:pt x="1543050" y="76199"/>
                </a:cubicBezTo>
                <a:lnTo>
                  <a:pt x="1543050" y="266701"/>
                </a:lnTo>
                <a:cubicBezTo>
                  <a:pt x="1543050" y="308784"/>
                  <a:pt x="1508934" y="342900"/>
                  <a:pt x="14668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245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Journey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716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4-step process from registration to tracking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866900"/>
            <a:ext cx="2743200" cy="2552700"/>
          </a:xfrm>
          <a:custGeom>
            <a:avLst/>
            <a:gdLst/>
            <a:ahLst/>
            <a:cxnLst/>
            <a:rect l="l" t="t" r="r" b="b"/>
            <a:pathLst>
              <a:path w="2743200" h="2552700">
                <a:moveTo>
                  <a:pt x="114310" y="0"/>
                </a:moveTo>
                <a:lnTo>
                  <a:pt x="2628890" y="0"/>
                </a:lnTo>
                <a:cubicBezTo>
                  <a:pt x="2692022" y="0"/>
                  <a:pt x="2743200" y="51178"/>
                  <a:pt x="2743200" y="114310"/>
                </a:cubicBezTo>
                <a:lnTo>
                  <a:pt x="2743200" y="2438390"/>
                </a:lnTo>
                <a:cubicBezTo>
                  <a:pt x="2743200" y="2501522"/>
                  <a:pt x="2692022" y="2552700"/>
                  <a:pt x="2628890" y="2552700"/>
                </a:cubicBezTo>
                <a:lnTo>
                  <a:pt x="114310" y="2552700"/>
                </a:lnTo>
                <a:cubicBezTo>
                  <a:pt x="51178" y="2552700"/>
                  <a:pt x="0" y="2501522"/>
                  <a:pt x="0" y="2438390"/>
                </a:cubicBezTo>
                <a:lnTo>
                  <a:pt x="0" y="114310"/>
                </a:lnTo>
                <a:cubicBezTo>
                  <a:pt x="0" y="51178"/>
                  <a:pt x="51178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96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1975" y="17145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5325" y="2362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42888" y="42863"/>
                </a:moveTo>
                <a:cubicBezTo>
                  <a:pt x="248826" y="42863"/>
                  <a:pt x="253603" y="47640"/>
                  <a:pt x="253603" y="53578"/>
                </a:cubicBezTo>
                <a:lnTo>
                  <a:pt x="253603" y="75009"/>
                </a:lnTo>
                <a:lnTo>
                  <a:pt x="275034" y="75009"/>
                </a:lnTo>
                <a:cubicBezTo>
                  <a:pt x="280973" y="75009"/>
                  <a:pt x="285750" y="79787"/>
                  <a:pt x="285750" y="85725"/>
                </a:cubicBezTo>
                <a:cubicBezTo>
                  <a:pt x="285750" y="91663"/>
                  <a:pt x="280973" y="96441"/>
                  <a:pt x="275034" y="96441"/>
                </a:cubicBezTo>
                <a:lnTo>
                  <a:pt x="253603" y="96441"/>
                </a:lnTo>
                <a:lnTo>
                  <a:pt x="253603" y="117872"/>
                </a:lnTo>
                <a:cubicBezTo>
                  <a:pt x="253603" y="123810"/>
                  <a:pt x="248826" y="128588"/>
                  <a:pt x="242888" y="128588"/>
                </a:cubicBezTo>
                <a:cubicBezTo>
                  <a:pt x="236949" y="128588"/>
                  <a:pt x="232172" y="123810"/>
                  <a:pt x="232172" y="117872"/>
                </a:cubicBezTo>
                <a:lnTo>
                  <a:pt x="232172" y="96441"/>
                </a:lnTo>
                <a:lnTo>
                  <a:pt x="210741" y="96441"/>
                </a:lnTo>
                <a:cubicBezTo>
                  <a:pt x="204802" y="96441"/>
                  <a:pt x="200025" y="91663"/>
                  <a:pt x="200025" y="85725"/>
                </a:cubicBezTo>
                <a:cubicBezTo>
                  <a:pt x="200025" y="79787"/>
                  <a:pt x="204802" y="75009"/>
                  <a:pt x="210741" y="75009"/>
                </a:cubicBezTo>
                <a:lnTo>
                  <a:pt x="232172" y="75009"/>
                </a:lnTo>
                <a:lnTo>
                  <a:pt x="232172" y="53578"/>
                </a:lnTo>
                <a:cubicBezTo>
                  <a:pt x="232172" y="47640"/>
                  <a:pt x="236949" y="42863"/>
                  <a:pt x="242888" y="428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28956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Account / Login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238500"/>
            <a:ext cx="2438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register with email or log in to access their personalized application portal and dashboard.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76600" y="1866900"/>
            <a:ext cx="2743200" cy="2552700"/>
          </a:xfrm>
          <a:custGeom>
            <a:avLst/>
            <a:gdLst/>
            <a:ahLst/>
            <a:cxnLst/>
            <a:rect l="l" t="t" r="r" b="b"/>
            <a:pathLst>
              <a:path w="2743200" h="2552700">
                <a:moveTo>
                  <a:pt x="114310" y="0"/>
                </a:moveTo>
                <a:lnTo>
                  <a:pt x="2628890" y="0"/>
                </a:lnTo>
                <a:cubicBezTo>
                  <a:pt x="2692022" y="0"/>
                  <a:pt x="2743200" y="51178"/>
                  <a:pt x="2743200" y="114310"/>
                </a:cubicBezTo>
                <a:lnTo>
                  <a:pt x="2743200" y="2438390"/>
                </a:lnTo>
                <a:cubicBezTo>
                  <a:pt x="2743200" y="2501522"/>
                  <a:pt x="2692022" y="2552700"/>
                  <a:pt x="2628890" y="2552700"/>
                </a:cubicBezTo>
                <a:lnTo>
                  <a:pt x="114310" y="2552700"/>
                </a:lnTo>
                <a:cubicBezTo>
                  <a:pt x="51178" y="2552700"/>
                  <a:pt x="0" y="2501522"/>
                  <a:pt x="0" y="2438390"/>
                </a:cubicBezTo>
                <a:lnTo>
                  <a:pt x="0" y="114310"/>
                </a:lnTo>
                <a:cubicBezTo>
                  <a:pt x="0" y="51178"/>
                  <a:pt x="51178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052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57575" y="17145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671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19500" y="2362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562" y="9689"/>
                </a:moveTo>
                <a:cubicBezTo>
                  <a:pt x="200784" y="-89"/>
                  <a:pt x="184978" y="-89"/>
                  <a:pt x="175200" y="9689"/>
                </a:cubicBezTo>
                <a:lnTo>
                  <a:pt x="164306" y="20583"/>
                </a:lnTo>
                <a:lnTo>
                  <a:pt x="208017" y="64294"/>
                </a:lnTo>
                <a:lnTo>
                  <a:pt x="218911" y="53400"/>
                </a:lnTo>
                <a:cubicBezTo>
                  <a:pt x="228689" y="43622"/>
                  <a:pt x="228689" y="27816"/>
                  <a:pt x="218911" y="18038"/>
                </a:cubicBezTo>
                <a:lnTo>
                  <a:pt x="210562" y="9689"/>
                </a:lnTo>
                <a:close/>
                <a:moveTo>
                  <a:pt x="76974" y="107915"/>
                </a:moveTo>
                <a:cubicBezTo>
                  <a:pt x="74250" y="110639"/>
                  <a:pt x="72152" y="113987"/>
                  <a:pt x="70946" y="117693"/>
                </a:cubicBezTo>
                <a:lnTo>
                  <a:pt x="57730" y="157341"/>
                </a:lnTo>
                <a:cubicBezTo>
                  <a:pt x="56436" y="161181"/>
                  <a:pt x="57463" y="165422"/>
                  <a:pt x="60320" y="168325"/>
                </a:cubicBezTo>
                <a:cubicBezTo>
                  <a:pt x="63178" y="171227"/>
                  <a:pt x="67419" y="172209"/>
                  <a:pt x="71304" y="170914"/>
                </a:cubicBezTo>
                <a:lnTo>
                  <a:pt x="110951" y="157698"/>
                </a:lnTo>
                <a:cubicBezTo>
                  <a:pt x="114613" y="156493"/>
                  <a:pt x="117961" y="154394"/>
                  <a:pt x="120729" y="151671"/>
                </a:cubicBezTo>
                <a:lnTo>
                  <a:pt x="192881" y="79430"/>
                </a:lnTo>
                <a:lnTo>
                  <a:pt x="149170" y="35719"/>
                </a:lnTo>
                <a:lnTo>
                  <a:pt x="76974" y="107915"/>
                </a:lnTo>
                <a:close/>
                <a:moveTo>
                  <a:pt x="42863" y="28575"/>
                </a:moveTo>
                <a:cubicBezTo>
                  <a:pt x="19199" y="28575"/>
                  <a:pt x="0" y="47774"/>
                  <a:pt x="0" y="71438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157163" y="228600"/>
                </a:lnTo>
                <a:cubicBezTo>
                  <a:pt x="180826" y="228600"/>
                  <a:pt x="200025" y="209401"/>
                  <a:pt x="200025" y="185738"/>
                </a:cubicBezTo>
                <a:lnTo>
                  <a:pt x="200025" y="142875"/>
                </a:lnTo>
                <a:cubicBezTo>
                  <a:pt x="200025" y="134972"/>
                  <a:pt x="193640" y="128588"/>
                  <a:pt x="185738" y="128588"/>
                </a:cubicBezTo>
                <a:cubicBezTo>
                  <a:pt x="177835" y="128588"/>
                  <a:pt x="171450" y="134972"/>
                  <a:pt x="171450" y="142875"/>
                </a:cubicBezTo>
                <a:lnTo>
                  <a:pt x="171450" y="185738"/>
                </a:lnTo>
                <a:cubicBezTo>
                  <a:pt x="171450" y="193640"/>
                  <a:pt x="165065" y="200025"/>
                  <a:pt x="157163" y="200025"/>
                </a:cubicBezTo>
                <a:lnTo>
                  <a:pt x="42863" y="200025"/>
                </a:lnTo>
                <a:cubicBezTo>
                  <a:pt x="34960" y="200025"/>
                  <a:pt x="28575" y="193640"/>
                  <a:pt x="28575" y="185738"/>
                </a:cubicBezTo>
                <a:lnTo>
                  <a:pt x="28575" y="71438"/>
                </a:lnTo>
                <a:cubicBezTo>
                  <a:pt x="28575" y="63535"/>
                  <a:pt x="34960" y="57150"/>
                  <a:pt x="42863" y="57150"/>
                </a:cubicBezTo>
                <a:lnTo>
                  <a:pt x="85725" y="57150"/>
                </a:lnTo>
                <a:cubicBezTo>
                  <a:pt x="93628" y="57150"/>
                  <a:pt x="100013" y="50765"/>
                  <a:pt x="100013" y="42863"/>
                </a:cubicBezTo>
                <a:cubicBezTo>
                  <a:pt x="100013" y="34960"/>
                  <a:pt x="93628" y="28575"/>
                  <a:pt x="85725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67100" y="28956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Application Form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67100" y="3238500"/>
            <a:ext cx="2438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 out the multi-step form with program selection, personal details, academic history, and guardian information.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866900"/>
            <a:ext cx="2743200" cy="2552700"/>
          </a:xfrm>
          <a:custGeom>
            <a:avLst/>
            <a:gdLst/>
            <a:ahLst/>
            <a:cxnLst/>
            <a:rect l="l" t="t" r="r" b="b"/>
            <a:pathLst>
              <a:path w="2743200" h="2552700">
                <a:moveTo>
                  <a:pt x="114310" y="0"/>
                </a:moveTo>
                <a:lnTo>
                  <a:pt x="2628890" y="0"/>
                </a:lnTo>
                <a:cubicBezTo>
                  <a:pt x="2692022" y="0"/>
                  <a:pt x="2743200" y="51178"/>
                  <a:pt x="2743200" y="114310"/>
                </a:cubicBezTo>
                <a:lnTo>
                  <a:pt x="2743200" y="2438390"/>
                </a:lnTo>
                <a:cubicBezTo>
                  <a:pt x="2743200" y="2501522"/>
                  <a:pt x="2692022" y="2552700"/>
                  <a:pt x="2628890" y="2552700"/>
                </a:cubicBezTo>
                <a:lnTo>
                  <a:pt x="114310" y="2552700"/>
                </a:lnTo>
                <a:cubicBezTo>
                  <a:pt x="51178" y="2552700"/>
                  <a:pt x="0" y="2501522"/>
                  <a:pt x="0" y="2438390"/>
                </a:cubicBezTo>
                <a:lnTo>
                  <a:pt x="0" y="114310"/>
                </a:lnTo>
                <a:cubicBezTo>
                  <a:pt x="0" y="51178"/>
                  <a:pt x="51178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3175" y="17145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27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00813" y="2362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9494" y="-11743"/>
                </a:moveTo>
                <a:cubicBezTo>
                  <a:pt x="243870" y="-13305"/>
                  <a:pt x="248692" y="-12189"/>
                  <a:pt x="251996" y="-8930"/>
                </a:cubicBezTo>
                <a:cubicBezTo>
                  <a:pt x="255300" y="-5670"/>
                  <a:pt x="256371" y="-804"/>
                  <a:pt x="254809" y="3572"/>
                </a:cubicBezTo>
                <a:lnTo>
                  <a:pt x="175334" y="225430"/>
                </a:lnTo>
                <a:cubicBezTo>
                  <a:pt x="173102" y="231636"/>
                  <a:pt x="167253" y="235744"/>
                  <a:pt x="160690" y="235744"/>
                </a:cubicBezTo>
                <a:cubicBezTo>
                  <a:pt x="154350" y="235744"/>
                  <a:pt x="148635" y="231904"/>
                  <a:pt x="146268" y="226055"/>
                </a:cubicBezTo>
                <a:lnTo>
                  <a:pt x="117604" y="155511"/>
                </a:lnTo>
                <a:cubicBezTo>
                  <a:pt x="115595" y="150599"/>
                  <a:pt x="116488" y="144973"/>
                  <a:pt x="119926" y="140955"/>
                </a:cubicBezTo>
                <a:lnTo>
                  <a:pt x="162118" y="90770"/>
                </a:lnTo>
                <a:cubicBezTo>
                  <a:pt x="164396" y="88047"/>
                  <a:pt x="164217" y="84073"/>
                  <a:pt x="161717" y="81573"/>
                </a:cubicBezTo>
                <a:cubicBezTo>
                  <a:pt x="159216" y="79072"/>
                  <a:pt x="155198" y="78894"/>
                  <a:pt x="152519" y="81171"/>
                </a:cubicBezTo>
                <a:lnTo>
                  <a:pt x="102334" y="123274"/>
                </a:lnTo>
                <a:cubicBezTo>
                  <a:pt x="98271" y="126668"/>
                  <a:pt x="92690" y="127561"/>
                  <a:pt x="87779" y="125596"/>
                </a:cubicBezTo>
                <a:lnTo>
                  <a:pt x="17011" y="96798"/>
                </a:lnTo>
                <a:cubicBezTo>
                  <a:pt x="11162" y="94431"/>
                  <a:pt x="7322" y="88716"/>
                  <a:pt x="7322" y="82376"/>
                </a:cubicBezTo>
                <a:cubicBezTo>
                  <a:pt x="7322" y="75813"/>
                  <a:pt x="11430" y="69964"/>
                  <a:pt x="17636" y="67732"/>
                </a:cubicBezTo>
                <a:lnTo>
                  <a:pt x="239494" y="-1174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362700" y="28956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&amp; Submit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2700" y="3238500"/>
            <a:ext cx="2438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all entered information, make any necessary edits, and submit the application to the selected institution.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67800" y="1866900"/>
            <a:ext cx="2743200" cy="2552700"/>
          </a:xfrm>
          <a:custGeom>
            <a:avLst/>
            <a:gdLst/>
            <a:ahLst/>
            <a:cxnLst/>
            <a:rect l="l" t="t" r="r" b="b"/>
            <a:pathLst>
              <a:path w="2743200" h="2552700">
                <a:moveTo>
                  <a:pt x="114310" y="0"/>
                </a:moveTo>
                <a:lnTo>
                  <a:pt x="2628890" y="0"/>
                </a:lnTo>
                <a:cubicBezTo>
                  <a:pt x="2692022" y="0"/>
                  <a:pt x="2743200" y="51178"/>
                  <a:pt x="2743200" y="114310"/>
                </a:cubicBezTo>
                <a:lnTo>
                  <a:pt x="2743200" y="2438390"/>
                </a:lnTo>
                <a:cubicBezTo>
                  <a:pt x="2743200" y="2501522"/>
                  <a:pt x="2692022" y="2552700"/>
                  <a:pt x="2628890" y="2552700"/>
                </a:cubicBezTo>
                <a:lnTo>
                  <a:pt x="114310" y="2552700"/>
                </a:lnTo>
                <a:cubicBezTo>
                  <a:pt x="51178" y="2552700"/>
                  <a:pt x="0" y="2501522"/>
                  <a:pt x="0" y="2438390"/>
                </a:cubicBezTo>
                <a:lnTo>
                  <a:pt x="0" y="114310"/>
                </a:lnTo>
                <a:cubicBezTo>
                  <a:pt x="0" y="51178"/>
                  <a:pt x="51178" y="0"/>
                  <a:pt x="1143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964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48775" y="17145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583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410700" y="2362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9258300" y="28956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Status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58300" y="3238500"/>
            <a:ext cx="2438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application progress in real-time through the dashboard, receiving updates on review status and decisions.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4648200"/>
            <a:ext cx="11430000" cy="1600200"/>
          </a:xfrm>
          <a:custGeom>
            <a:avLst/>
            <a:gdLst/>
            <a:ahLst/>
            <a:cxnLst/>
            <a:rect l="l" t="t" r="r" b="b"/>
            <a:pathLst>
              <a:path w="11430000" h="16002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1485898"/>
                </a:lnTo>
                <a:cubicBezTo>
                  <a:pt x="11430000" y="1548983"/>
                  <a:pt x="11378783" y="1600200"/>
                  <a:pt x="1131569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2938" y="5276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1172408" y="5067300"/>
            <a:ext cx="894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Completion Time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72408" y="5372100"/>
            <a:ext cx="8924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students complete their first application in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 minutes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with subsequent applications taking even less time due to saved profile data.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26730" y="4876800"/>
            <a:ext cx="7620" cy="1143000"/>
          </a:xfrm>
          <a:custGeom>
            <a:avLst/>
            <a:gdLst/>
            <a:ahLst/>
            <a:cxnLst/>
            <a:rect l="l" t="t" r="r" b="b"/>
            <a:pathLst>
              <a:path w="7620" h="1143000">
                <a:moveTo>
                  <a:pt x="0" y="0"/>
                </a:moveTo>
                <a:lnTo>
                  <a:pt x="7620" y="0"/>
                </a:lnTo>
                <a:lnTo>
                  <a:pt x="762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144840" y="4876800"/>
            <a:ext cx="1323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25803" y="582930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76878"/>
            <a:ext cx="2233002" cy="339190"/>
          </a:xfrm>
          <a:custGeom>
            <a:avLst/>
            <a:gdLst/>
            <a:ahLst/>
            <a:cxnLst/>
            <a:rect l="l" t="t" r="r" b="b"/>
            <a:pathLst>
              <a:path w="2233002" h="339190">
                <a:moveTo>
                  <a:pt x="75375" y="0"/>
                </a:moveTo>
                <a:lnTo>
                  <a:pt x="2157627" y="0"/>
                </a:lnTo>
                <a:cubicBezTo>
                  <a:pt x="2199255" y="0"/>
                  <a:pt x="2233002" y="33746"/>
                  <a:pt x="2233002" y="75375"/>
                </a:cubicBezTo>
                <a:lnTo>
                  <a:pt x="2233002" y="263815"/>
                </a:lnTo>
                <a:cubicBezTo>
                  <a:pt x="2233002" y="305444"/>
                  <a:pt x="2199255" y="339190"/>
                  <a:pt x="2157627" y="339190"/>
                </a:cubicBezTo>
                <a:lnTo>
                  <a:pt x="75375" y="339190"/>
                </a:lnTo>
                <a:cubicBezTo>
                  <a:pt x="33774" y="339190"/>
                  <a:pt x="0" y="305416"/>
                  <a:pt x="0" y="263815"/>
                </a:cubicBezTo>
                <a:lnTo>
                  <a:pt x="0" y="75375"/>
                </a:lnTo>
                <a:cubicBezTo>
                  <a:pt x="0" y="33774"/>
                  <a:pt x="33774" y="0"/>
                  <a:pt x="75375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7051" y="471097"/>
            <a:ext cx="169595" cy="150751"/>
          </a:xfrm>
          <a:custGeom>
            <a:avLst/>
            <a:gdLst/>
            <a:ahLst/>
            <a:cxnLst/>
            <a:rect l="l" t="t" r="r" b="b"/>
            <a:pathLst>
              <a:path w="169595" h="150751">
                <a:moveTo>
                  <a:pt x="106232" y="353"/>
                </a:moveTo>
                <a:cubicBezTo>
                  <a:pt x="101227" y="-1089"/>
                  <a:pt x="96016" y="1826"/>
                  <a:pt x="94573" y="6831"/>
                </a:cubicBezTo>
                <a:lnTo>
                  <a:pt x="56885" y="138738"/>
                </a:lnTo>
                <a:cubicBezTo>
                  <a:pt x="55442" y="143744"/>
                  <a:pt x="58357" y="148955"/>
                  <a:pt x="63363" y="150398"/>
                </a:cubicBezTo>
                <a:cubicBezTo>
                  <a:pt x="68368" y="151841"/>
                  <a:pt x="73580" y="148926"/>
                  <a:pt x="75022" y="143920"/>
                </a:cubicBezTo>
                <a:lnTo>
                  <a:pt x="112710" y="12013"/>
                </a:lnTo>
                <a:cubicBezTo>
                  <a:pt x="114153" y="7008"/>
                  <a:pt x="111238" y="1796"/>
                  <a:pt x="106232" y="353"/>
                </a:cubicBezTo>
                <a:close/>
                <a:moveTo>
                  <a:pt x="125253" y="40426"/>
                </a:moveTo>
                <a:cubicBezTo>
                  <a:pt x="121573" y="44106"/>
                  <a:pt x="121573" y="50084"/>
                  <a:pt x="125253" y="53764"/>
                </a:cubicBezTo>
                <a:lnTo>
                  <a:pt x="146865" y="75376"/>
                </a:lnTo>
                <a:lnTo>
                  <a:pt x="125253" y="96987"/>
                </a:lnTo>
                <a:cubicBezTo>
                  <a:pt x="121573" y="100668"/>
                  <a:pt x="121573" y="106645"/>
                  <a:pt x="125253" y="110325"/>
                </a:cubicBezTo>
                <a:cubicBezTo>
                  <a:pt x="128933" y="114006"/>
                  <a:pt x="134911" y="114006"/>
                  <a:pt x="138591" y="110325"/>
                </a:cubicBezTo>
                <a:lnTo>
                  <a:pt x="166857" y="82059"/>
                </a:lnTo>
                <a:cubicBezTo>
                  <a:pt x="170537" y="78379"/>
                  <a:pt x="170537" y="72402"/>
                  <a:pt x="166857" y="68721"/>
                </a:cubicBezTo>
                <a:lnTo>
                  <a:pt x="138591" y="40455"/>
                </a:lnTo>
                <a:cubicBezTo>
                  <a:pt x="134911" y="36775"/>
                  <a:pt x="128933" y="36775"/>
                  <a:pt x="125253" y="40455"/>
                </a:cubicBezTo>
                <a:close/>
                <a:moveTo>
                  <a:pt x="44371" y="40426"/>
                </a:moveTo>
                <a:cubicBezTo>
                  <a:pt x="40691" y="36746"/>
                  <a:pt x="34714" y="36746"/>
                  <a:pt x="31034" y="40426"/>
                </a:cubicBezTo>
                <a:lnTo>
                  <a:pt x="2768" y="68692"/>
                </a:lnTo>
                <a:cubicBezTo>
                  <a:pt x="-913" y="72372"/>
                  <a:pt x="-913" y="78349"/>
                  <a:pt x="2768" y="82030"/>
                </a:cubicBezTo>
                <a:lnTo>
                  <a:pt x="31034" y="110296"/>
                </a:lnTo>
                <a:cubicBezTo>
                  <a:pt x="34714" y="113976"/>
                  <a:pt x="40691" y="113976"/>
                  <a:pt x="44371" y="110296"/>
                </a:cubicBezTo>
                <a:cubicBezTo>
                  <a:pt x="48052" y="106615"/>
                  <a:pt x="48052" y="100638"/>
                  <a:pt x="44371" y="96958"/>
                </a:cubicBezTo>
                <a:lnTo>
                  <a:pt x="22760" y="75376"/>
                </a:lnTo>
                <a:lnTo>
                  <a:pt x="44342" y="53764"/>
                </a:lnTo>
                <a:cubicBezTo>
                  <a:pt x="48022" y="50084"/>
                  <a:pt x="48022" y="44106"/>
                  <a:pt x="44342" y="4042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91444" y="452253"/>
            <a:ext cx="173363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spc="52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6878" y="829131"/>
            <a:ext cx="11664371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6878" y="1356760"/>
            <a:ext cx="1153246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technologies powering the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5722" y="1771326"/>
            <a:ext cx="3250572" cy="1940921"/>
          </a:xfrm>
          <a:custGeom>
            <a:avLst/>
            <a:gdLst/>
            <a:ahLst/>
            <a:cxnLst/>
            <a:rect l="l" t="t" r="r" b="b"/>
            <a:pathLst>
              <a:path w="3250572" h="1940921">
                <a:moveTo>
                  <a:pt x="37688" y="0"/>
                </a:moveTo>
                <a:lnTo>
                  <a:pt x="3137513" y="0"/>
                </a:lnTo>
                <a:cubicBezTo>
                  <a:pt x="3199954" y="0"/>
                  <a:pt x="3250572" y="50618"/>
                  <a:pt x="3250572" y="113059"/>
                </a:cubicBezTo>
                <a:lnTo>
                  <a:pt x="3250572" y="1827863"/>
                </a:lnTo>
                <a:cubicBezTo>
                  <a:pt x="3250572" y="1890303"/>
                  <a:pt x="3199954" y="1940921"/>
                  <a:pt x="3137513" y="1940921"/>
                </a:cubicBez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5722" y="1771326"/>
            <a:ext cx="37688" cy="1940921"/>
          </a:xfrm>
          <a:custGeom>
            <a:avLst/>
            <a:gdLst/>
            <a:ahLst/>
            <a:cxnLst/>
            <a:rect l="l" t="t" r="r" b="b"/>
            <a:pathLst>
              <a:path w="37688" h="1940921">
                <a:moveTo>
                  <a:pt x="37688" y="0"/>
                </a:moveTo>
                <a:lnTo>
                  <a:pt x="37688" y="0"/>
                </a:lnTo>
                <a:lnTo>
                  <a:pt x="37688" y="1940921"/>
                </a:ln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9" name="Shape 7"/>
          <p:cNvSpPr/>
          <p:nvPr/>
        </p:nvSpPr>
        <p:spPr>
          <a:xfrm>
            <a:off x="603005" y="1959765"/>
            <a:ext cx="527629" cy="527629"/>
          </a:xfrm>
          <a:custGeom>
            <a:avLst/>
            <a:gdLst/>
            <a:ahLst/>
            <a:cxnLst/>
            <a:rect l="l" t="t" r="r" b="b"/>
            <a:pathLst>
              <a:path w="527629" h="527629">
                <a:moveTo>
                  <a:pt x="113066" y="0"/>
                </a:moveTo>
                <a:lnTo>
                  <a:pt x="414563" y="0"/>
                </a:lnTo>
                <a:cubicBezTo>
                  <a:pt x="477008" y="0"/>
                  <a:pt x="527629" y="50621"/>
                  <a:pt x="527629" y="113066"/>
                </a:cubicBezTo>
                <a:lnTo>
                  <a:pt x="527629" y="414563"/>
                </a:lnTo>
                <a:cubicBezTo>
                  <a:pt x="527629" y="477008"/>
                  <a:pt x="477008" y="527629"/>
                  <a:pt x="414563" y="527629"/>
                </a:cubicBezTo>
                <a:lnTo>
                  <a:pt x="113066" y="527629"/>
                </a:lnTo>
                <a:cubicBezTo>
                  <a:pt x="50621" y="527629"/>
                  <a:pt x="0" y="477008"/>
                  <a:pt x="0" y="414563"/>
                </a:cubicBezTo>
                <a:lnTo>
                  <a:pt x="0" y="113066"/>
                </a:lnTo>
                <a:cubicBezTo>
                  <a:pt x="0" y="50663"/>
                  <a:pt x="50663" y="0"/>
                  <a:pt x="113066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7845" y="2082250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230875" y="97826"/>
                </a:moveTo>
                <a:cubicBezTo>
                  <a:pt x="227893" y="96833"/>
                  <a:pt x="224912" y="95894"/>
                  <a:pt x="221931" y="95011"/>
                </a:cubicBezTo>
                <a:cubicBezTo>
                  <a:pt x="222428" y="92968"/>
                  <a:pt x="222870" y="90925"/>
                  <a:pt x="223311" y="88883"/>
                </a:cubicBezTo>
                <a:cubicBezTo>
                  <a:pt x="230102" y="55980"/>
                  <a:pt x="225630" y="29536"/>
                  <a:pt x="210558" y="20813"/>
                </a:cubicBezTo>
                <a:cubicBezTo>
                  <a:pt x="196039" y="12477"/>
                  <a:pt x="172355" y="21144"/>
                  <a:pt x="148396" y="42012"/>
                </a:cubicBezTo>
                <a:cubicBezTo>
                  <a:pt x="146022" y="44055"/>
                  <a:pt x="143703" y="46208"/>
                  <a:pt x="141495" y="48361"/>
                </a:cubicBezTo>
                <a:cubicBezTo>
                  <a:pt x="140004" y="46926"/>
                  <a:pt x="138458" y="45490"/>
                  <a:pt x="136913" y="44110"/>
                </a:cubicBezTo>
                <a:cubicBezTo>
                  <a:pt x="111794" y="21807"/>
                  <a:pt x="86619" y="12422"/>
                  <a:pt x="71548" y="21199"/>
                </a:cubicBezTo>
                <a:cubicBezTo>
                  <a:pt x="57084" y="29591"/>
                  <a:pt x="52778" y="54489"/>
                  <a:pt x="58850" y="85626"/>
                </a:cubicBezTo>
                <a:cubicBezTo>
                  <a:pt x="59458" y="88717"/>
                  <a:pt x="60120" y="91754"/>
                  <a:pt x="60893" y="94845"/>
                </a:cubicBezTo>
                <a:cubicBezTo>
                  <a:pt x="57360" y="95839"/>
                  <a:pt x="53882" y="96943"/>
                  <a:pt x="50625" y="98102"/>
                </a:cubicBezTo>
                <a:cubicBezTo>
                  <a:pt x="21144" y="108316"/>
                  <a:pt x="0" y="124436"/>
                  <a:pt x="0" y="141108"/>
                </a:cubicBezTo>
                <a:cubicBezTo>
                  <a:pt x="0" y="158333"/>
                  <a:pt x="22524" y="175613"/>
                  <a:pt x="53164" y="186102"/>
                </a:cubicBezTo>
                <a:cubicBezTo>
                  <a:pt x="55648" y="186930"/>
                  <a:pt x="58133" y="187758"/>
                  <a:pt x="60672" y="188476"/>
                </a:cubicBezTo>
                <a:cubicBezTo>
                  <a:pt x="59844" y="191788"/>
                  <a:pt x="59126" y="195045"/>
                  <a:pt x="58464" y="198413"/>
                </a:cubicBezTo>
                <a:cubicBezTo>
                  <a:pt x="52667" y="229053"/>
                  <a:pt x="57194" y="253344"/>
                  <a:pt x="71658" y="261680"/>
                </a:cubicBezTo>
                <a:cubicBezTo>
                  <a:pt x="86564" y="270292"/>
                  <a:pt x="111628" y="261459"/>
                  <a:pt x="136029" y="240094"/>
                </a:cubicBezTo>
                <a:cubicBezTo>
                  <a:pt x="137962" y="238383"/>
                  <a:pt x="139894" y="236616"/>
                  <a:pt x="141826" y="234739"/>
                </a:cubicBezTo>
                <a:cubicBezTo>
                  <a:pt x="144255" y="237113"/>
                  <a:pt x="146795" y="239376"/>
                  <a:pt x="149334" y="241585"/>
                </a:cubicBezTo>
                <a:cubicBezTo>
                  <a:pt x="172963" y="261901"/>
                  <a:pt x="196315" y="270126"/>
                  <a:pt x="210724" y="261790"/>
                </a:cubicBezTo>
                <a:cubicBezTo>
                  <a:pt x="225630" y="253178"/>
                  <a:pt x="230488" y="227065"/>
                  <a:pt x="224195" y="195266"/>
                </a:cubicBezTo>
                <a:cubicBezTo>
                  <a:pt x="223698" y="192837"/>
                  <a:pt x="223146" y="190353"/>
                  <a:pt x="222538" y="187813"/>
                </a:cubicBezTo>
                <a:cubicBezTo>
                  <a:pt x="224305" y="187316"/>
                  <a:pt x="226016" y="186764"/>
                  <a:pt x="227728" y="186212"/>
                </a:cubicBezTo>
                <a:cubicBezTo>
                  <a:pt x="259582" y="175668"/>
                  <a:pt x="282658" y="158609"/>
                  <a:pt x="282658" y="141108"/>
                </a:cubicBezTo>
                <a:cubicBezTo>
                  <a:pt x="282658" y="124381"/>
                  <a:pt x="260907" y="108150"/>
                  <a:pt x="230875" y="97826"/>
                </a:cubicBezTo>
                <a:close/>
                <a:moveTo>
                  <a:pt x="156180" y="50956"/>
                </a:moveTo>
                <a:cubicBezTo>
                  <a:pt x="176717" y="33069"/>
                  <a:pt x="195873" y="26058"/>
                  <a:pt x="204596" y="31081"/>
                </a:cubicBezTo>
                <a:cubicBezTo>
                  <a:pt x="213926" y="36436"/>
                  <a:pt x="217514" y="58077"/>
                  <a:pt x="211663" y="86509"/>
                </a:cubicBezTo>
                <a:cubicBezTo>
                  <a:pt x="211276" y="88386"/>
                  <a:pt x="210890" y="90208"/>
                  <a:pt x="210393" y="92030"/>
                </a:cubicBezTo>
                <a:cubicBezTo>
                  <a:pt x="198137" y="89269"/>
                  <a:pt x="185715" y="87282"/>
                  <a:pt x="173239" y="86178"/>
                </a:cubicBezTo>
                <a:cubicBezTo>
                  <a:pt x="166062" y="75909"/>
                  <a:pt x="158222" y="66082"/>
                  <a:pt x="149721" y="56863"/>
                </a:cubicBezTo>
                <a:cubicBezTo>
                  <a:pt x="151874" y="54820"/>
                  <a:pt x="153972" y="52888"/>
                  <a:pt x="156180" y="50956"/>
                </a:cubicBezTo>
                <a:close/>
                <a:moveTo>
                  <a:pt x="92306" y="169761"/>
                </a:moveTo>
                <a:cubicBezTo>
                  <a:pt x="95121" y="174564"/>
                  <a:pt x="97992" y="179367"/>
                  <a:pt x="101028" y="184059"/>
                </a:cubicBezTo>
                <a:cubicBezTo>
                  <a:pt x="92416" y="183121"/>
                  <a:pt x="83859" y="181741"/>
                  <a:pt x="75412" y="179919"/>
                </a:cubicBezTo>
                <a:cubicBezTo>
                  <a:pt x="77841" y="171969"/>
                  <a:pt x="80878" y="163743"/>
                  <a:pt x="84411" y="155352"/>
                </a:cubicBezTo>
                <a:cubicBezTo>
                  <a:pt x="86951" y="160210"/>
                  <a:pt x="89545" y="165013"/>
                  <a:pt x="92306" y="169761"/>
                </a:cubicBezTo>
                <a:close/>
                <a:moveTo>
                  <a:pt x="75578" y="103347"/>
                </a:moveTo>
                <a:cubicBezTo>
                  <a:pt x="83528" y="101580"/>
                  <a:pt x="91974" y="100145"/>
                  <a:pt x="100752" y="99041"/>
                </a:cubicBezTo>
                <a:cubicBezTo>
                  <a:pt x="97826" y="103623"/>
                  <a:pt x="94956" y="108316"/>
                  <a:pt x="92250" y="113063"/>
                </a:cubicBezTo>
                <a:cubicBezTo>
                  <a:pt x="89545" y="117756"/>
                  <a:pt x="86895" y="122559"/>
                  <a:pt x="84411" y="127417"/>
                </a:cubicBezTo>
                <a:cubicBezTo>
                  <a:pt x="80933" y="119191"/>
                  <a:pt x="78007" y="111131"/>
                  <a:pt x="75578" y="103347"/>
                </a:cubicBezTo>
                <a:close/>
                <a:moveTo>
                  <a:pt x="90705" y="141384"/>
                </a:moveTo>
                <a:cubicBezTo>
                  <a:pt x="94348" y="133766"/>
                  <a:pt x="98323" y="126313"/>
                  <a:pt x="102519" y="118970"/>
                </a:cubicBezTo>
                <a:cubicBezTo>
                  <a:pt x="106715" y="111628"/>
                  <a:pt x="111242" y="104506"/>
                  <a:pt x="115989" y="97495"/>
                </a:cubicBezTo>
                <a:cubicBezTo>
                  <a:pt x="124270" y="96888"/>
                  <a:pt x="132717" y="96557"/>
                  <a:pt x="141329" y="96557"/>
                </a:cubicBezTo>
                <a:cubicBezTo>
                  <a:pt x="149941" y="96557"/>
                  <a:pt x="158443" y="96888"/>
                  <a:pt x="166669" y="97495"/>
                </a:cubicBezTo>
                <a:cubicBezTo>
                  <a:pt x="171362" y="104451"/>
                  <a:pt x="175833" y="111573"/>
                  <a:pt x="180084" y="118860"/>
                </a:cubicBezTo>
                <a:cubicBezTo>
                  <a:pt x="184335" y="126147"/>
                  <a:pt x="188310" y="133600"/>
                  <a:pt x="192064" y="141164"/>
                </a:cubicBezTo>
                <a:cubicBezTo>
                  <a:pt x="188365" y="148782"/>
                  <a:pt x="184390" y="156290"/>
                  <a:pt x="180140" y="163688"/>
                </a:cubicBezTo>
                <a:cubicBezTo>
                  <a:pt x="175944" y="171030"/>
                  <a:pt x="171472" y="178152"/>
                  <a:pt x="166780" y="185219"/>
                </a:cubicBezTo>
                <a:cubicBezTo>
                  <a:pt x="158554" y="185826"/>
                  <a:pt x="149997" y="186102"/>
                  <a:pt x="141329" y="186102"/>
                </a:cubicBezTo>
                <a:cubicBezTo>
                  <a:pt x="132662" y="186102"/>
                  <a:pt x="124270" y="185826"/>
                  <a:pt x="116155" y="185329"/>
                </a:cubicBezTo>
                <a:cubicBezTo>
                  <a:pt x="111352" y="178318"/>
                  <a:pt x="106825" y="171141"/>
                  <a:pt x="102574" y="163798"/>
                </a:cubicBezTo>
                <a:cubicBezTo>
                  <a:pt x="98323" y="156456"/>
                  <a:pt x="94403" y="149003"/>
                  <a:pt x="90705" y="141384"/>
                </a:cubicBezTo>
                <a:close/>
                <a:moveTo>
                  <a:pt x="190408" y="169650"/>
                </a:moveTo>
                <a:cubicBezTo>
                  <a:pt x="193224" y="164792"/>
                  <a:pt x="195873" y="159879"/>
                  <a:pt x="198468" y="154910"/>
                </a:cubicBezTo>
                <a:cubicBezTo>
                  <a:pt x="202001" y="162915"/>
                  <a:pt x="205093" y="171030"/>
                  <a:pt x="207798" y="179367"/>
                </a:cubicBezTo>
                <a:cubicBezTo>
                  <a:pt x="199241" y="181299"/>
                  <a:pt x="190574" y="182789"/>
                  <a:pt x="181851" y="183783"/>
                </a:cubicBezTo>
                <a:cubicBezTo>
                  <a:pt x="184832" y="179146"/>
                  <a:pt x="187648" y="174398"/>
                  <a:pt x="190408" y="169650"/>
                </a:cubicBezTo>
                <a:close/>
                <a:moveTo>
                  <a:pt x="198358" y="127417"/>
                </a:moveTo>
                <a:cubicBezTo>
                  <a:pt x="195763" y="122559"/>
                  <a:pt x="193113" y="117701"/>
                  <a:pt x="190353" y="112953"/>
                </a:cubicBezTo>
                <a:cubicBezTo>
                  <a:pt x="187648" y="108260"/>
                  <a:pt x="184832" y="103623"/>
                  <a:pt x="181906" y="99041"/>
                </a:cubicBezTo>
                <a:cubicBezTo>
                  <a:pt x="190794" y="100145"/>
                  <a:pt x="199296" y="101636"/>
                  <a:pt x="207246" y="103457"/>
                </a:cubicBezTo>
                <a:cubicBezTo>
                  <a:pt x="204707" y="111628"/>
                  <a:pt x="201725" y="119578"/>
                  <a:pt x="198358" y="127417"/>
                </a:cubicBezTo>
                <a:close/>
                <a:moveTo>
                  <a:pt x="141440" y="65310"/>
                </a:moveTo>
                <a:cubicBezTo>
                  <a:pt x="147236" y="71603"/>
                  <a:pt x="152702" y="78228"/>
                  <a:pt x="157781" y="85074"/>
                </a:cubicBezTo>
                <a:cubicBezTo>
                  <a:pt x="146850" y="84577"/>
                  <a:pt x="135864" y="84577"/>
                  <a:pt x="124933" y="85074"/>
                </a:cubicBezTo>
                <a:cubicBezTo>
                  <a:pt x="130343" y="77952"/>
                  <a:pt x="135919" y="71327"/>
                  <a:pt x="141440" y="65310"/>
                </a:cubicBezTo>
                <a:close/>
                <a:moveTo>
                  <a:pt x="77400" y="31468"/>
                </a:moveTo>
                <a:cubicBezTo>
                  <a:pt x="86675" y="26058"/>
                  <a:pt x="107267" y="33787"/>
                  <a:pt x="128963" y="52998"/>
                </a:cubicBezTo>
                <a:cubicBezTo>
                  <a:pt x="130343" y="54213"/>
                  <a:pt x="131723" y="55538"/>
                  <a:pt x="133159" y="56863"/>
                </a:cubicBezTo>
                <a:cubicBezTo>
                  <a:pt x="124602" y="66082"/>
                  <a:pt x="116707" y="75909"/>
                  <a:pt x="109475" y="86178"/>
                </a:cubicBezTo>
                <a:cubicBezTo>
                  <a:pt x="96998" y="87282"/>
                  <a:pt x="84632" y="89214"/>
                  <a:pt x="72376" y="91919"/>
                </a:cubicBezTo>
                <a:cubicBezTo>
                  <a:pt x="71658" y="89104"/>
                  <a:pt x="71051" y="86233"/>
                  <a:pt x="70444" y="83362"/>
                </a:cubicBezTo>
                <a:cubicBezTo>
                  <a:pt x="65254" y="56642"/>
                  <a:pt x="68677" y="36492"/>
                  <a:pt x="77400" y="31468"/>
                </a:cubicBezTo>
                <a:close/>
                <a:moveTo>
                  <a:pt x="63874" y="176993"/>
                </a:moveTo>
                <a:cubicBezTo>
                  <a:pt x="61555" y="176330"/>
                  <a:pt x="59292" y="175613"/>
                  <a:pt x="57029" y="174840"/>
                </a:cubicBezTo>
                <a:cubicBezTo>
                  <a:pt x="45270" y="171141"/>
                  <a:pt x="31909" y="165289"/>
                  <a:pt x="22248" y="157615"/>
                </a:cubicBezTo>
                <a:cubicBezTo>
                  <a:pt x="16672" y="153751"/>
                  <a:pt x="12918" y="147788"/>
                  <a:pt x="11869" y="141108"/>
                </a:cubicBezTo>
                <a:cubicBezTo>
                  <a:pt x="11869" y="131006"/>
                  <a:pt x="29315" y="118087"/>
                  <a:pt x="54489" y="109309"/>
                </a:cubicBezTo>
                <a:cubicBezTo>
                  <a:pt x="57636" y="108205"/>
                  <a:pt x="60838" y="107211"/>
                  <a:pt x="64040" y="106273"/>
                </a:cubicBezTo>
                <a:cubicBezTo>
                  <a:pt x="67794" y="118253"/>
                  <a:pt x="72321" y="130012"/>
                  <a:pt x="77565" y="141384"/>
                </a:cubicBezTo>
                <a:cubicBezTo>
                  <a:pt x="72266" y="152923"/>
                  <a:pt x="67683" y="164847"/>
                  <a:pt x="63874" y="176993"/>
                </a:cubicBezTo>
                <a:close/>
                <a:moveTo>
                  <a:pt x="128245" y="231095"/>
                </a:moveTo>
                <a:cubicBezTo>
                  <a:pt x="119136" y="239432"/>
                  <a:pt x="108592" y="246056"/>
                  <a:pt x="97109" y="250583"/>
                </a:cubicBezTo>
                <a:cubicBezTo>
                  <a:pt x="90981" y="253509"/>
                  <a:pt x="83914" y="253785"/>
                  <a:pt x="77621" y="251301"/>
                </a:cubicBezTo>
                <a:cubicBezTo>
                  <a:pt x="68843" y="246222"/>
                  <a:pt x="65199" y="226734"/>
                  <a:pt x="70168" y="200511"/>
                </a:cubicBezTo>
                <a:cubicBezTo>
                  <a:pt x="70775" y="197419"/>
                  <a:pt x="71438" y="194328"/>
                  <a:pt x="72210" y="191291"/>
                </a:cubicBezTo>
                <a:cubicBezTo>
                  <a:pt x="84577" y="193941"/>
                  <a:pt x="97053" y="195763"/>
                  <a:pt x="109696" y="196702"/>
                </a:cubicBezTo>
                <a:cubicBezTo>
                  <a:pt x="116983" y="207025"/>
                  <a:pt x="124988" y="216907"/>
                  <a:pt x="133545" y="226182"/>
                </a:cubicBezTo>
                <a:cubicBezTo>
                  <a:pt x="131778" y="227893"/>
                  <a:pt x="130012" y="229550"/>
                  <a:pt x="128245" y="231095"/>
                </a:cubicBezTo>
                <a:close/>
                <a:moveTo>
                  <a:pt x="141771" y="217680"/>
                </a:moveTo>
                <a:cubicBezTo>
                  <a:pt x="136140" y="211607"/>
                  <a:pt x="130509" y="204872"/>
                  <a:pt x="125043" y="197640"/>
                </a:cubicBezTo>
                <a:cubicBezTo>
                  <a:pt x="130343" y="197861"/>
                  <a:pt x="135809" y="197971"/>
                  <a:pt x="141329" y="197971"/>
                </a:cubicBezTo>
                <a:cubicBezTo>
                  <a:pt x="147016" y="197971"/>
                  <a:pt x="152591" y="197861"/>
                  <a:pt x="158112" y="197585"/>
                </a:cubicBezTo>
                <a:cubicBezTo>
                  <a:pt x="153033" y="204596"/>
                  <a:pt x="147568" y="211276"/>
                  <a:pt x="141771" y="217680"/>
                </a:cubicBezTo>
                <a:close/>
                <a:moveTo>
                  <a:pt x="213926" y="234242"/>
                </a:moveTo>
                <a:cubicBezTo>
                  <a:pt x="213429" y="240977"/>
                  <a:pt x="210117" y="247271"/>
                  <a:pt x="204817" y="251522"/>
                </a:cubicBezTo>
                <a:cubicBezTo>
                  <a:pt x="196039" y="256601"/>
                  <a:pt x="177324" y="249976"/>
                  <a:pt x="157118" y="232641"/>
                </a:cubicBezTo>
                <a:cubicBezTo>
                  <a:pt x="154800" y="230654"/>
                  <a:pt x="152481" y="228501"/>
                  <a:pt x="150107" y="226292"/>
                </a:cubicBezTo>
                <a:cubicBezTo>
                  <a:pt x="158554" y="216962"/>
                  <a:pt x="166338" y="207080"/>
                  <a:pt x="173404" y="196702"/>
                </a:cubicBezTo>
                <a:cubicBezTo>
                  <a:pt x="186047" y="195653"/>
                  <a:pt x="198634" y="193720"/>
                  <a:pt x="211055" y="190905"/>
                </a:cubicBezTo>
                <a:cubicBezTo>
                  <a:pt x="211607" y="193168"/>
                  <a:pt x="212104" y="195432"/>
                  <a:pt x="212546" y="197640"/>
                </a:cubicBezTo>
                <a:cubicBezTo>
                  <a:pt x="215251" y="209565"/>
                  <a:pt x="215693" y="221986"/>
                  <a:pt x="213926" y="234242"/>
                </a:cubicBezTo>
                <a:close/>
                <a:moveTo>
                  <a:pt x="223974" y="174895"/>
                </a:moveTo>
                <a:cubicBezTo>
                  <a:pt x="222428" y="175392"/>
                  <a:pt x="220882" y="175889"/>
                  <a:pt x="219281" y="176330"/>
                </a:cubicBezTo>
                <a:cubicBezTo>
                  <a:pt x="215417" y="164295"/>
                  <a:pt x="210669" y="152536"/>
                  <a:pt x="205203" y="141108"/>
                </a:cubicBezTo>
                <a:cubicBezTo>
                  <a:pt x="210503" y="129846"/>
                  <a:pt x="214975" y="118253"/>
                  <a:pt x="218729" y="106383"/>
                </a:cubicBezTo>
                <a:cubicBezTo>
                  <a:pt x="221600" y="107211"/>
                  <a:pt x="224360" y="108095"/>
                  <a:pt x="227010" y="108978"/>
                </a:cubicBezTo>
                <a:cubicBezTo>
                  <a:pt x="252736" y="117811"/>
                  <a:pt x="270789" y="130950"/>
                  <a:pt x="270789" y="140998"/>
                </a:cubicBezTo>
                <a:cubicBezTo>
                  <a:pt x="270789" y="151818"/>
                  <a:pt x="251522" y="165786"/>
                  <a:pt x="223974" y="174895"/>
                </a:cubicBezTo>
                <a:close/>
                <a:moveTo>
                  <a:pt x="141329" y="166614"/>
                </a:moveTo>
                <a:cubicBezTo>
                  <a:pt x="155284" y="166614"/>
                  <a:pt x="166614" y="155284"/>
                  <a:pt x="166614" y="141329"/>
                </a:cubicBezTo>
                <a:cubicBezTo>
                  <a:pt x="166614" y="127374"/>
                  <a:pt x="155284" y="116045"/>
                  <a:pt x="141329" y="116045"/>
                </a:cubicBezTo>
                <a:cubicBezTo>
                  <a:pt x="127374" y="116045"/>
                  <a:pt x="116045" y="127374"/>
                  <a:pt x="116045" y="141329"/>
                </a:cubicBezTo>
                <a:cubicBezTo>
                  <a:pt x="116045" y="155284"/>
                  <a:pt x="127374" y="166614"/>
                  <a:pt x="141329" y="166614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1" name="Text 9"/>
          <p:cNvSpPr/>
          <p:nvPr/>
        </p:nvSpPr>
        <p:spPr>
          <a:xfrm>
            <a:off x="1281385" y="1959765"/>
            <a:ext cx="227068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1385" y="2298955"/>
            <a:ext cx="2251845" cy="1224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frontend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library enabling modular UI development, efficient state management, and seamless user interactions.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1339" y="1771326"/>
            <a:ext cx="3250572" cy="1940921"/>
          </a:xfrm>
          <a:custGeom>
            <a:avLst/>
            <a:gdLst/>
            <a:ahLst/>
            <a:cxnLst/>
            <a:rect l="l" t="t" r="r" b="b"/>
            <a:pathLst>
              <a:path w="3250572" h="1940921">
                <a:moveTo>
                  <a:pt x="37688" y="0"/>
                </a:moveTo>
                <a:lnTo>
                  <a:pt x="3137513" y="0"/>
                </a:lnTo>
                <a:cubicBezTo>
                  <a:pt x="3199954" y="0"/>
                  <a:pt x="3250572" y="50618"/>
                  <a:pt x="3250572" y="113059"/>
                </a:cubicBezTo>
                <a:lnTo>
                  <a:pt x="3250572" y="1827863"/>
                </a:lnTo>
                <a:cubicBezTo>
                  <a:pt x="3250572" y="1890303"/>
                  <a:pt x="3199954" y="1940921"/>
                  <a:pt x="3137513" y="1940921"/>
                </a:cubicBez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51339" y="1771326"/>
            <a:ext cx="37688" cy="1940921"/>
          </a:xfrm>
          <a:custGeom>
            <a:avLst/>
            <a:gdLst/>
            <a:ahLst/>
            <a:cxnLst/>
            <a:rect l="l" t="t" r="r" b="b"/>
            <a:pathLst>
              <a:path w="37688" h="1940921">
                <a:moveTo>
                  <a:pt x="37688" y="0"/>
                </a:moveTo>
                <a:lnTo>
                  <a:pt x="37688" y="0"/>
                </a:lnTo>
                <a:lnTo>
                  <a:pt x="37688" y="1940921"/>
                </a:ln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058622" y="1959765"/>
            <a:ext cx="527629" cy="527629"/>
          </a:xfrm>
          <a:custGeom>
            <a:avLst/>
            <a:gdLst/>
            <a:ahLst/>
            <a:cxnLst/>
            <a:rect l="l" t="t" r="r" b="b"/>
            <a:pathLst>
              <a:path w="527629" h="527629">
                <a:moveTo>
                  <a:pt x="113066" y="0"/>
                </a:moveTo>
                <a:lnTo>
                  <a:pt x="414563" y="0"/>
                </a:lnTo>
                <a:cubicBezTo>
                  <a:pt x="477008" y="0"/>
                  <a:pt x="527629" y="50621"/>
                  <a:pt x="527629" y="113066"/>
                </a:cubicBezTo>
                <a:lnTo>
                  <a:pt x="527629" y="414563"/>
                </a:lnTo>
                <a:cubicBezTo>
                  <a:pt x="527629" y="477008"/>
                  <a:pt x="477008" y="527629"/>
                  <a:pt x="414563" y="527629"/>
                </a:cubicBezTo>
                <a:lnTo>
                  <a:pt x="113066" y="527629"/>
                </a:lnTo>
                <a:cubicBezTo>
                  <a:pt x="50621" y="527629"/>
                  <a:pt x="0" y="477008"/>
                  <a:pt x="0" y="414563"/>
                </a:cubicBezTo>
                <a:lnTo>
                  <a:pt x="0" y="113066"/>
                </a:lnTo>
                <a:cubicBezTo>
                  <a:pt x="0" y="50663"/>
                  <a:pt x="50663" y="0"/>
                  <a:pt x="113066" y="0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183463" y="2082250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158995" y="17666"/>
                </a:moveTo>
                <a:cubicBezTo>
                  <a:pt x="158995" y="27438"/>
                  <a:pt x="166890" y="35332"/>
                  <a:pt x="176662" y="35332"/>
                </a:cubicBezTo>
                <a:lnTo>
                  <a:pt x="198744" y="35332"/>
                </a:lnTo>
                <a:cubicBezTo>
                  <a:pt x="206087" y="35332"/>
                  <a:pt x="211994" y="41239"/>
                  <a:pt x="211994" y="48582"/>
                </a:cubicBezTo>
                <a:cubicBezTo>
                  <a:pt x="211994" y="55924"/>
                  <a:pt x="206087" y="61832"/>
                  <a:pt x="198744" y="61832"/>
                </a:cubicBezTo>
                <a:lnTo>
                  <a:pt x="17666" y="61832"/>
                </a:lnTo>
                <a:cubicBezTo>
                  <a:pt x="7895" y="61832"/>
                  <a:pt x="0" y="69726"/>
                  <a:pt x="0" y="79498"/>
                </a:cubicBezTo>
                <a:cubicBezTo>
                  <a:pt x="0" y="89269"/>
                  <a:pt x="7895" y="97164"/>
                  <a:pt x="17666" y="97164"/>
                </a:cubicBezTo>
                <a:lnTo>
                  <a:pt x="198744" y="97164"/>
                </a:lnTo>
                <a:cubicBezTo>
                  <a:pt x="225575" y="97164"/>
                  <a:pt x="247326" y="75412"/>
                  <a:pt x="247326" y="48582"/>
                </a:cubicBezTo>
                <a:cubicBezTo>
                  <a:pt x="247326" y="21751"/>
                  <a:pt x="225575" y="0"/>
                  <a:pt x="198744" y="0"/>
                </a:cubicBezTo>
                <a:lnTo>
                  <a:pt x="176662" y="0"/>
                </a:lnTo>
                <a:cubicBezTo>
                  <a:pt x="166890" y="0"/>
                  <a:pt x="158995" y="7895"/>
                  <a:pt x="158995" y="17666"/>
                </a:cubicBezTo>
                <a:close/>
                <a:moveTo>
                  <a:pt x="194328" y="211994"/>
                </a:moveTo>
                <a:cubicBezTo>
                  <a:pt x="194328" y="221765"/>
                  <a:pt x="202222" y="229660"/>
                  <a:pt x="211994" y="229660"/>
                </a:cubicBezTo>
                <a:lnTo>
                  <a:pt x="229660" y="229660"/>
                </a:lnTo>
                <a:cubicBezTo>
                  <a:pt x="258920" y="229660"/>
                  <a:pt x="282658" y="205921"/>
                  <a:pt x="282658" y="176662"/>
                </a:cubicBezTo>
                <a:cubicBezTo>
                  <a:pt x="282658" y="147402"/>
                  <a:pt x="258920" y="123663"/>
                  <a:pt x="229660" y="123663"/>
                </a:cubicBezTo>
                <a:lnTo>
                  <a:pt x="17666" y="123663"/>
                </a:lnTo>
                <a:cubicBezTo>
                  <a:pt x="7895" y="123663"/>
                  <a:pt x="0" y="131558"/>
                  <a:pt x="0" y="141329"/>
                </a:cubicBezTo>
                <a:cubicBezTo>
                  <a:pt x="0" y="151101"/>
                  <a:pt x="7895" y="158995"/>
                  <a:pt x="17666" y="158995"/>
                </a:cubicBezTo>
                <a:lnTo>
                  <a:pt x="229660" y="158995"/>
                </a:lnTo>
                <a:cubicBezTo>
                  <a:pt x="239432" y="158995"/>
                  <a:pt x="247326" y="166890"/>
                  <a:pt x="247326" y="176662"/>
                </a:cubicBezTo>
                <a:cubicBezTo>
                  <a:pt x="247326" y="186433"/>
                  <a:pt x="239432" y="194328"/>
                  <a:pt x="229660" y="194328"/>
                </a:cubicBezTo>
                <a:lnTo>
                  <a:pt x="211994" y="194328"/>
                </a:lnTo>
                <a:cubicBezTo>
                  <a:pt x="202222" y="194328"/>
                  <a:pt x="194328" y="202222"/>
                  <a:pt x="194328" y="211994"/>
                </a:cubicBezTo>
                <a:close/>
                <a:moveTo>
                  <a:pt x="70665" y="282658"/>
                </a:moveTo>
                <a:lnTo>
                  <a:pt x="92747" y="282658"/>
                </a:lnTo>
                <a:cubicBezTo>
                  <a:pt x="119578" y="282658"/>
                  <a:pt x="141329" y="260907"/>
                  <a:pt x="141329" y="234077"/>
                </a:cubicBezTo>
                <a:cubicBezTo>
                  <a:pt x="141329" y="207246"/>
                  <a:pt x="119578" y="185495"/>
                  <a:pt x="92747" y="185495"/>
                </a:cubicBezTo>
                <a:lnTo>
                  <a:pt x="17666" y="185495"/>
                </a:lnTo>
                <a:cubicBezTo>
                  <a:pt x="7895" y="185495"/>
                  <a:pt x="0" y="193389"/>
                  <a:pt x="0" y="203161"/>
                </a:cubicBezTo>
                <a:cubicBezTo>
                  <a:pt x="0" y="212932"/>
                  <a:pt x="7895" y="220827"/>
                  <a:pt x="17666" y="220827"/>
                </a:cubicBezTo>
                <a:lnTo>
                  <a:pt x="92747" y="220827"/>
                </a:lnTo>
                <a:cubicBezTo>
                  <a:pt x="100090" y="220827"/>
                  <a:pt x="105997" y="226734"/>
                  <a:pt x="105997" y="234077"/>
                </a:cubicBezTo>
                <a:cubicBezTo>
                  <a:pt x="105997" y="241419"/>
                  <a:pt x="100090" y="247326"/>
                  <a:pt x="92747" y="247326"/>
                </a:cubicBezTo>
                <a:lnTo>
                  <a:pt x="70665" y="247326"/>
                </a:lnTo>
                <a:cubicBezTo>
                  <a:pt x="60893" y="247326"/>
                  <a:pt x="52998" y="255221"/>
                  <a:pt x="52998" y="264992"/>
                </a:cubicBezTo>
                <a:cubicBezTo>
                  <a:pt x="52998" y="274764"/>
                  <a:pt x="60893" y="282658"/>
                  <a:pt x="70665" y="282658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737002" y="1959765"/>
            <a:ext cx="227068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37002" y="2298955"/>
            <a:ext cx="2251845" cy="979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 CSS framework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rapid, responsive styling with consistent design patterns and mobile-first approach.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5722" y="3900686"/>
            <a:ext cx="3250572" cy="1940921"/>
          </a:xfrm>
          <a:custGeom>
            <a:avLst/>
            <a:gdLst/>
            <a:ahLst/>
            <a:cxnLst/>
            <a:rect l="l" t="t" r="r" b="b"/>
            <a:pathLst>
              <a:path w="3250572" h="1940921">
                <a:moveTo>
                  <a:pt x="37688" y="0"/>
                </a:moveTo>
                <a:lnTo>
                  <a:pt x="3137513" y="0"/>
                </a:lnTo>
                <a:cubicBezTo>
                  <a:pt x="3199954" y="0"/>
                  <a:pt x="3250572" y="50618"/>
                  <a:pt x="3250572" y="113059"/>
                </a:cubicBezTo>
                <a:lnTo>
                  <a:pt x="3250572" y="1827863"/>
                </a:lnTo>
                <a:cubicBezTo>
                  <a:pt x="3250572" y="1890303"/>
                  <a:pt x="3199954" y="1940921"/>
                  <a:pt x="3137513" y="1940921"/>
                </a:cubicBez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5722" y="3900686"/>
            <a:ext cx="37688" cy="1940921"/>
          </a:xfrm>
          <a:custGeom>
            <a:avLst/>
            <a:gdLst/>
            <a:ahLst/>
            <a:cxnLst/>
            <a:rect l="l" t="t" r="r" b="b"/>
            <a:pathLst>
              <a:path w="37688" h="1940921">
                <a:moveTo>
                  <a:pt x="37688" y="0"/>
                </a:moveTo>
                <a:lnTo>
                  <a:pt x="37688" y="0"/>
                </a:lnTo>
                <a:lnTo>
                  <a:pt x="37688" y="1940921"/>
                </a:ln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005" y="4089125"/>
            <a:ext cx="527629" cy="527629"/>
          </a:xfrm>
          <a:custGeom>
            <a:avLst/>
            <a:gdLst/>
            <a:ahLst/>
            <a:cxnLst/>
            <a:rect l="l" t="t" r="r" b="b"/>
            <a:pathLst>
              <a:path w="527629" h="527629">
                <a:moveTo>
                  <a:pt x="113066" y="0"/>
                </a:moveTo>
                <a:lnTo>
                  <a:pt x="414563" y="0"/>
                </a:lnTo>
                <a:cubicBezTo>
                  <a:pt x="477008" y="0"/>
                  <a:pt x="527629" y="50621"/>
                  <a:pt x="527629" y="113066"/>
                </a:cubicBezTo>
                <a:lnTo>
                  <a:pt x="527629" y="414563"/>
                </a:lnTo>
                <a:cubicBezTo>
                  <a:pt x="527629" y="477008"/>
                  <a:pt x="477008" y="527629"/>
                  <a:pt x="414563" y="527629"/>
                </a:cubicBezTo>
                <a:lnTo>
                  <a:pt x="113066" y="527629"/>
                </a:lnTo>
                <a:cubicBezTo>
                  <a:pt x="50621" y="527629"/>
                  <a:pt x="0" y="477008"/>
                  <a:pt x="0" y="414563"/>
                </a:cubicBezTo>
                <a:lnTo>
                  <a:pt x="0" y="113066"/>
                </a:lnTo>
                <a:cubicBezTo>
                  <a:pt x="0" y="50663"/>
                  <a:pt x="50663" y="0"/>
                  <a:pt x="113066" y="0"/>
                </a:cubicBezTo>
                <a:close/>
              </a:path>
            </a:pathLst>
          </a:custGeom>
          <a:solidFill>
            <a:srgbClr val="000000">
              <a:alpha val="5098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5512" y="4211611"/>
            <a:ext cx="247326" cy="282658"/>
          </a:xfrm>
          <a:custGeom>
            <a:avLst/>
            <a:gdLst/>
            <a:ahLst/>
            <a:cxnLst/>
            <a:rect l="l" t="t" r="r" b="b"/>
            <a:pathLst>
              <a:path w="247326" h="282658">
                <a:moveTo>
                  <a:pt x="35332" y="17666"/>
                </a:moveTo>
                <a:cubicBezTo>
                  <a:pt x="15844" y="17666"/>
                  <a:pt x="0" y="33510"/>
                  <a:pt x="0" y="52998"/>
                </a:cubicBezTo>
                <a:lnTo>
                  <a:pt x="0" y="88331"/>
                </a:lnTo>
                <a:cubicBezTo>
                  <a:pt x="0" y="107819"/>
                  <a:pt x="15844" y="123663"/>
                  <a:pt x="35332" y="123663"/>
                </a:cubicBezTo>
                <a:lnTo>
                  <a:pt x="211994" y="123663"/>
                </a:lnTo>
                <a:cubicBezTo>
                  <a:pt x="231482" y="123663"/>
                  <a:pt x="247326" y="107819"/>
                  <a:pt x="247326" y="88331"/>
                </a:cubicBezTo>
                <a:lnTo>
                  <a:pt x="247326" y="52998"/>
                </a:lnTo>
                <a:cubicBezTo>
                  <a:pt x="247326" y="33510"/>
                  <a:pt x="231482" y="17666"/>
                  <a:pt x="211994" y="17666"/>
                </a:cubicBezTo>
                <a:lnTo>
                  <a:pt x="35332" y="17666"/>
                </a:lnTo>
                <a:close/>
                <a:moveTo>
                  <a:pt x="154579" y="57415"/>
                </a:moveTo>
                <a:cubicBezTo>
                  <a:pt x="161891" y="57415"/>
                  <a:pt x="167828" y="63352"/>
                  <a:pt x="167828" y="70665"/>
                </a:cubicBezTo>
                <a:cubicBezTo>
                  <a:pt x="167828" y="77977"/>
                  <a:pt x="161891" y="83914"/>
                  <a:pt x="154579" y="83914"/>
                </a:cubicBezTo>
                <a:cubicBezTo>
                  <a:pt x="147266" y="83914"/>
                  <a:pt x="141329" y="77977"/>
                  <a:pt x="141329" y="70665"/>
                </a:cubicBezTo>
                <a:cubicBezTo>
                  <a:pt x="141329" y="63352"/>
                  <a:pt x="147266" y="57415"/>
                  <a:pt x="154579" y="57415"/>
                </a:cubicBezTo>
                <a:close/>
                <a:moveTo>
                  <a:pt x="185495" y="70665"/>
                </a:moveTo>
                <a:cubicBezTo>
                  <a:pt x="185495" y="63352"/>
                  <a:pt x="191432" y="57415"/>
                  <a:pt x="198744" y="57415"/>
                </a:cubicBezTo>
                <a:cubicBezTo>
                  <a:pt x="206057" y="57415"/>
                  <a:pt x="211994" y="63352"/>
                  <a:pt x="211994" y="70665"/>
                </a:cubicBezTo>
                <a:cubicBezTo>
                  <a:pt x="211994" y="77977"/>
                  <a:pt x="206057" y="83914"/>
                  <a:pt x="198744" y="83914"/>
                </a:cubicBezTo>
                <a:cubicBezTo>
                  <a:pt x="191432" y="83914"/>
                  <a:pt x="185495" y="77977"/>
                  <a:pt x="185495" y="70665"/>
                </a:cubicBezTo>
                <a:close/>
                <a:moveTo>
                  <a:pt x="35332" y="158995"/>
                </a:moveTo>
                <a:cubicBezTo>
                  <a:pt x="15844" y="158995"/>
                  <a:pt x="0" y="174840"/>
                  <a:pt x="0" y="194328"/>
                </a:cubicBezTo>
                <a:lnTo>
                  <a:pt x="0" y="229660"/>
                </a:lnTo>
                <a:cubicBezTo>
                  <a:pt x="0" y="249148"/>
                  <a:pt x="15844" y="264992"/>
                  <a:pt x="35332" y="264992"/>
                </a:cubicBezTo>
                <a:lnTo>
                  <a:pt x="211994" y="264992"/>
                </a:lnTo>
                <a:cubicBezTo>
                  <a:pt x="231482" y="264992"/>
                  <a:pt x="247326" y="249148"/>
                  <a:pt x="247326" y="229660"/>
                </a:cubicBezTo>
                <a:lnTo>
                  <a:pt x="247326" y="194328"/>
                </a:lnTo>
                <a:cubicBezTo>
                  <a:pt x="247326" y="174840"/>
                  <a:pt x="231482" y="158995"/>
                  <a:pt x="211994" y="158995"/>
                </a:cubicBezTo>
                <a:lnTo>
                  <a:pt x="35332" y="158995"/>
                </a:lnTo>
                <a:close/>
                <a:moveTo>
                  <a:pt x="154579" y="198744"/>
                </a:moveTo>
                <a:cubicBezTo>
                  <a:pt x="161891" y="198744"/>
                  <a:pt x="167828" y="204681"/>
                  <a:pt x="167828" y="211994"/>
                </a:cubicBezTo>
                <a:cubicBezTo>
                  <a:pt x="167828" y="219306"/>
                  <a:pt x="161891" y="225243"/>
                  <a:pt x="154579" y="225243"/>
                </a:cubicBezTo>
                <a:cubicBezTo>
                  <a:pt x="147266" y="225243"/>
                  <a:pt x="141329" y="219306"/>
                  <a:pt x="141329" y="211994"/>
                </a:cubicBezTo>
                <a:cubicBezTo>
                  <a:pt x="141329" y="204681"/>
                  <a:pt x="147266" y="198744"/>
                  <a:pt x="154579" y="198744"/>
                </a:cubicBezTo>
                <a:close/>
                <a:moveTo>
                  <a:pt x="185495" y="211994"/>
                </a:moveTo>
                <a:cubicBezTo>
                  <a:pt x="185495" y="204681"/>
                  <a:pt x="191432" y="198744"/>
                  <a:pt x="198744" y="198744"/>
                </a:cubicBezTo>
                <a:cubicBezTo>
                  <a:pt x="206057" y="198744"/>
                  <a:pt x="211994" y="204681"/>
                  <a:pt x="211994" y="211994"/>
                </a:cubicBezTo>
                <a:cubicBezTo>
                  <a:pt x="211994" y="219306"/>
                  <a:pt x="206057" y="225243"/>
                  <a:pt x="198744" y="225243"/>
                </a:cubicBezTo>
                <a:cubicBezTo>
                  <a:pt x="191432" y="225243"/>
                  <a:pt x="185495" y="219306"/>
                  <a:pt x="185495" y="211994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81385" y="4089125"/>
            <a:ext cx="227068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1385" y="4428315"/>
            <a:ext cx="2251845" cy="1224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API architecture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enabling seamless communication between frontend and backend services with JSON data exchange.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1339" y="3900686"/>
            <a:ext cx="3250572" cy="1940921"/>
          </a:xfrm>
          <a:custGeom>
            <a:avLst/>
            <a:gdLst/>
            <a:ahLst/>
            <a:cxnLst/>
            <a:rect l="l" t="t" r="r" b="b"/>
            <a:pathLst>
              <a:path w="3250572" h="1940921">
                <a:moveTo>
                  <a:pt x="37688" y="0"/>
                </a:moveTo>
                <a:lnTo>
                  <a:pt x="3137513" y="0"/>
                </a:lnTo>
                <a:cubicBezTo>
                  <a:pt x="3199954" y="0"/>
                  <a:pt x="3250572" y="50618"/>
                  <a:pt x="3250572" y="113059"/>
                </a:cubicBezTo>
                <a:lnTo>
                  <a:pt x="3250572" y="1827863"/>
                </a:lnTo>
                <a:cubicBezTo>
                  <a:pt x="3250572" y="1890303"/>
                  <a:pt x="3199954" y="1940921"/>
                  <a:pt x="3137513" y="1940921"/>
                </a:cubicBez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51339" y="3900686"/>
            <a:ext cx="37688" cy="1940921"/>
          </a:xfrm>
          <a:custGeom>
            <a:avLst/>
            <a:gdLst/>
            <a:ahLst/>
            <a:cxnLst/>
            <a:rect l="l" t="t" r="r" b="b"/>
            <a:pathLst>
              <a:path w="37688" h="1940921">
                <a:moveTo>
                  <a:pt x="37688" y="0"/>
                </a:moveTo>
                <a:lnTo>
                  <a:pt x="37688" y="0"/>
                </a:lnTo>
                <a:lnTo>
                  <a:pt x="37688" y="1940921"/>
                </a:lnTo>
                <a:lnTo>
                  <a:pt x="37688" y="1940921"/>
                </a:lnTo>
                <a:cubicBezTo>
                  <a:pt x="16873" y="1940921"/>
                  <a:pt x="0" y="1924048"/>
                  <a:pt x="0" y="1903233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4058622" y="4089125"/>
            <a:ext cx="527629" cy="527629"/>
          </a:xfrm>
          <a:custGeom>
            <a:avLst/>
            <a:gdLst/>
            <a:ahLst/>
            <a:cxnLst/>
            <a:rect l="l" t="t" r="r" b="b"/>
            <a:pathLst>
              <a:path w="527629" h="527629">
                <a:moveTo>
                  <a:pt x="113066" y="0"/>
                </a:moveTo>
                <a:lnTo>
                  <a:pt x="414563" y="0"/>
                </a:lnTo>
                <a:cubicBezTo>
                  <a:pt x="477008" y="0"/>
                  <a:pt x="527629" y="50621"/>
                  <a:pt x="527629" y="113066"/>
                </a:cubicBezTo>
                <a:lnTo>
                  <a:pt x="527629" y="414563"/>
                </a:lnTo>
                <a:cubicBezTo>
                  <a:pt x="527629" y="477008"/>
                  <a:pt x="477008" y="527629"/>
                  <a:pt x="414563" y="527629"/>
                </a:cubicBezTo>
                <a:lnTo>
                  <a:pt x="113066" y="527629"/>
                </a:lnTo>
                <a:cubicBezTo>
                  <a:pt x="50621" y="527629"/>
                  <a:pt x="0" y="477008"/>
                  <a:pt x="0" y="414563"/>
                </a:cubicBezTo>
                <a:lnTo>
                  <a:pt x="0" y="113066"/>
                </a:lnTo>
                <a:cubicBezTo>
                  <a:pt x="0" y="50663"/>
                  <a:pt x="50663" y="0"/>
                  <a:pt x="11306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83463" y="4211611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70665" y="176662"/>
                </a:moveTo>
                <a:lnTo>
                  <a:pt x="13526" y="176662"/>
                </a:lnTo>
                <a:cubicBezTo>
                  <a:pt x="-221" y="176662"/>
                  <a:pt x="-8667" y="161700"/>
                  <a:pt x="-1601" y="149886"/>
                </a:cubicBezTo>
                <a:lnTo>
                  <a:pt x="27603" y="101194"/>
                </a:lnTo>
                <a:cubicBezTo>
                  <a:pt x="32406" y="93189"/>
                  <a:pt x="41019" y="88331"/>
                  <a:pt x="50349" y="88331"/>
                </a:cubicBezTo>
                <a:lnTo>
                  <a:pt x="102795" y="88331"/>
                </a:lnTo>
                <a:cubicBezTo>
                  <a:pt x="144807" y="17169"/>
                  <a:pt x="207467" y="13581"/>
                  <a:pt x="249369" y="19709"/>
                </a:cubicBezTo>
                <a:cubicBezTo>
                  <a:pt x="256435" y="20758"/>
                  <a:pt x="261956" y="26278"/>
                  <a:pt x="262950" y="33290"/>
                </a:cubicBezTo>
                <a:cubicBezTo>
                  <a:pt x="269078" y="75192"/>
                  <a:pt x="265489" y="137851"/>
                  <a:pt x="194328" y="179864"/>
                </a:cubicBezTo>
                <a:lnTo>
                  <a:pt x="194328" y="232310"/>
                </a:lnTo>
                <a:cubicBezTo>
                  <a:pt x="194328" y="241640"/>
                  <a:pt x="189469" y="250252"/>
                  <a:pt x="181464" y="255055"/>
                </a:cubicBezTo>
                <a:lnTo>
                  <a:pt x="132772" y="284259"/>
                </a:lnTo>
                <a:cubicBezTo>
                  <a:pt x="121013" y="291326"/>
                  <a:pt x="105997" y="282824"/>
                  <a:pt x="105997" y="269133"/>
                </a:cubicBezTo>
                <a:lnTo>
                  <a:pt x="105997" y="211994"/>
                </a:lnTo>
                <a:cubicBezTo>
                  <a:pt x="105997" y="192506"/>
                  <a:pt x="90153" y="176662"/>
                  <a:pt x="70665" y="176662"/>
                </a:cubicBezTo>
                <a:lnTo>
                  <a:pt x="70609" y="176662"/>
                </a:lnTo>
                <a:close/>
                <a:moveTo>
                  <a:pt x="220827" y="88331"/>
                </a:moveTo>
                <a:cubicBezTo>
                  <a:pt x="220827" y="73705"/>
                  <a:pt x="208953" y="61832"/>
                  <a:pt x="194328" y="61832"/>
                </a:cubicBezTo>
                <a:cubicBezTo>
                  <a:pt x="179702" y="61832"/>
                  <a:pt x="167828" y="73705"/>
                  <a:pt x="167828" y="88331"/>
                </a:cubicBezTo>
                <a:cubicBezTo>
                  <a:pt x="167828" y="102956"/>
                  <a:pt x="179702" y="114830"/>
                  <a:pt x="194328" y="114830"/>
                </a:cubicBezTo>
                <a:cubicBezTo>
                  <a:pt x="208953" y="114830"/>
                  <a:pt x="220827" y="102956"/>
                  <a:pt x="220827" y="883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37002" y="4089125"/>
            <a:ext cx="227068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37002" y="4428315"/>
            <a:ext cx="2251845" cy="1224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deployment platform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providing reliable hosting, automatic scaling, CI/CD integration, and global CDN for fast performance.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25918" y="1771326"/>
            <a:ext cx="4494269" cy="4710974"/>
          </a:xfrm>
          <a:custGeom>
            <a:avLst/>
            <a:gdLst/>
            <a:ahLst/>
            <a:cxnLst/>
            <a:rect l="l" t="t" r="r" b="b"/>
            <a:pathLst>
              <a:path w="4494269" h="4710974">
                <a:moveTo>
                  <a:pt x="150738" y="0"/>
                </a:moveTo>
                <a:lnTo>
                  <a:pt x="4343531" y="0"/>
                </a:lnTo>
                <a:cubicBezTo>
                  <a:pt x="4426781" y="0"/>
                  <a:pt x="4494269" y="67488"/>
                  <a:pt x="4494269" y="150738"/>
                </a:cubicBezTo>
                <a:lnTo>
                  <a:pt x="4494269" y="4560236"/>
                </a:lnTo>
                <a:cubicBezTo>
                  <a:pt x="4494269" y="4643486"/>
                  <a:pt x="4426781" y="4710974"/>
                  <a:pt x="4343531" y="4710974"/>
                </a:cubicBezTo>
                <a:lnTo>
                  <a:pt x="150738" y="4710974"/>
                </a:lnTo>
                <a:cubicBezTo>
                  <a:pt x="67488" y="4710974"/>
                  <a:pt x="0" y="4643486"/>
                  <a:pt x="0" y="4560236"/>
                </a:cubicBezTo>
                <a:lnTo>
                  <a:pt x="0" y="150738"/>
                </a:lnTo>
                <a:cubicBezTo>
                  <a:pt x="0" y="67543"/>
                  <a:pt x="67543" y="0"/>
                  <a:pt x="150738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235549" dist="188439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80310" y="203502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02685" y="2297"/>
                </a:moveTo>
                <a:cubicBezTo>
                  <a:pt x="109265" y="-751"/>
                  <a:pt x="116862" y="-751"/>
                  <a:pt x="123442" y="2297"/>
                </a:cubicBezTo>
                <a:lnTo>
                  <a:pt x="219988" y="46904"/>
                </a:lnTo>
                <a:cubicBezTo>
                  <a:pt x="223742" y="48626"/>
                  <a:pt x="226127" y="52380"/>
                  <a:pt x="226127" y="56532"/>
                </a:cubicBezTo>
                <a:cubicBezTo>
                  <a:pt x="226127" y="60683"/>
                  <a:pt x="223742" y="64437"/>
                  <a:pt x="219988" y="66160"/>
                </a:cubicBezTo>
                <a:lnTo>
                  <a:pt x="123442" y="110767"/>
                </a:lnTo>
                <a:cubicBezTo>
                  <a:pt x="116862" y="113814"/>
                  <a:pt x="109265" y="113814"/>
                  <a:pt x="102685" y="110767"/>
                </a:cubicBezTo>
                <a:lnTo>
                  <a:pt x="6139" y="66160"/>
                </a:lnTo>
                <a:cubicBezTo>
                  <a:pt x="2385" y="64393"/>
                  <a:pt x="0" y="60639"/>
                  <a:pt x="0" y="56532"/>
                </a:cubicBezTo>
                <a:cubicBezTo>
                  <a:pt x="0" y="52424"/>
                  <a:pt x="2385" y="48626"/>
                  <a:pt x="6139" y="46904"/>
                </a:cubicBezTo>
                <a:lnTo>
                  <a:pt x="102685" y="2297"/>
                </a:lnTo>
                <a:close/>
                <a:moveTo>
                  <a:pt x="21244" y="96457"/>
                </a:moveTo>
                <a:lnTo>
                  <a:pt x="93807" y="129979"/>
                </a:lnTo>
                <a:cubicBezTo>
                  <a:pt x="106041" y="135632"/>
                  <a:pt x="120130" y="135632"/>
                  <a:pt x="132364" y="129979"/>
                </a:cubicBezTo>
                <a:lnTo>
                  <a:pt x="204927" y="96457"/>
                </a:lnTo>
                <a:lnTo>
                  <a:pt x="219988" y="103435"/>
                </a:lnTo>
                <a:cubicBezTo>
                  <a:pt x="223742" y="105158"/>
                  <a:pt x="226127" y="108912"/>
                  <a:pt x="226127" y="113063"/>
                </a:cubicBezTo>
                <a:cubicBezTo>
                  <a:pt x="226127" y="117215"/>
                  <a:pt x="223742" y="120969"/>
                  <a:pt x="219988" y="122691"/>
                </a:cubicBezTo>
                <a:lnTo>
                  <a:pt x="123442" y="167298"/>
                </a:lnTo>
                <a:cubicBezTo>
                  <a:pt x="116862" y="170346"/>
                  <a:pt x="109265" y="170346"/>
                  <a:pt x="102685" y="167298"/>
                </a:cubicBezTo>
                <a:lnTo>
                  <a:pt x="6139" y="122691"/>
                </a:lnTo>
                <a:cubicBezTo>
                  <a:pt x="2385" y="120925"/>
                  <a:pt x="0" y="117171"/>
                  <a:pt x="0" y="113063"/>
                </a:cubicBezTo>
                <a:cubicBezTo>
                  <a:pt x="0" y="108956"/>
                  <a:pt x="2385" y="105158"/>
                  <a:pt x="6139" y="103435"/>
                </a:cubicBezTo>
                <a:lnTo>
                  <a:pt x="21199" y="96457"/>
                </a:lnTo>
                <a:close/>
                <a:moveTo>
                  <a:pt x="6139" y="159967"/>
                </a:moveTo>
                <a:lnTo>
                  <a:pt x="21199" y="152989"/>
                </a:lnTo>
                <a:lnTo>
                  <a:pt x="93763" y="186510"/>
                </a:lnTo>
                <a:cubicBezTo>
                  <a:pt x="105997" y="192164"/>
                  <a:pt x="120086" y="192164"/>
                  <a:pt x="132319" y="186510"/>
                </a:cubicBezTo>
                <a:lnTo>
                  <a:pt x="204883" y="152989"/>
                </a:lnTo>
                <a:lnTo>
                  <a:pt x="219944" y="159967"/>
                </a:lnTo>
                <a:cubicBezTo>
                  <a:pt x="223698" y="161689"/>
                  <a:pt x="226083" y="165444"/>
                  <a:pt x="226083" y="169595"/>
                </a:cubicBezTo>
                <a:cubicBezTo>
                  <a:pt x="226083" y="173747"/>
                  <a:pt x="223698" y="177501"/>
                  <a:pt x="219944" y="179223"/>
                </a:cubicBezTo>
                <a:lnTo>
                  <a:pt x="123398" y="223830"/>
                </a:lnTo>
                <a:cubicBezTo>
                  <a:pt x="116817" y="226878"/>
                  <a:pt x="109221" y="226878"/>
                  <a:pt x="102640" y="223830"/>
                </a:cubicBezTo>
                <a:lnTo>
                  <a:pt x="6139" y="179223"/>
                </a:lnTo>
                <a:cubicBezTo>
                  <a:pt x="2385" y="177456"/>
                  <a:pt x="0" y="173702"/>
                  <a:pt x="0" y="169595"/>
                </a:cubicBezTo>
                <a:cubicBezTo>
                  <a:pt x="0" y="165488"/>
                  <a:pt x="2385" y="161689"/>
                  <a:pt x="6139" y="15996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7834703" y="1997453"/>
            <a:ext cx="387242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Highlights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52045" y="2524967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7658041" y="2628608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74297" y="-828"/>
                </a:moveTo>
                <a:cubicBezTo>
                  <a:pt x="80856" y="-4604"/>
                  <a:pt x="88938" y="-4604"/>
                  <a:pt x="95497" y="-828"/>
                </a:cubicBezTo>
                <a:lnTo>
                  <a:pt x="153762" y="32793"/>
                </a:lnTo>
                <a:cubicBezTo>
                  <a:pt x="160320" y="36569"/>
                  <a:pt x="164361" y="43591"/>
                  <a:pt x="164361" y="51144"/>
                </a:cubicBezTo>
                <a:lnTo>
                  <a:pt x="164361" y="118385"/>
                </a:lnTo>
                <a:cubicBezTo>
                  <a:pt x="164361" y="125971"/>
                  <a:pt x="160320" y="132960"/>
                  <a:pt x="153762" y="136736"/>
                </a:cubicBezTo>
                <a:lnTo>
                  <a:pt x="95497" y="170423"/>
                </a:lnTo>
                <a:cubicBezTo>
                  <a:pt x="88938" y="174199"/>
                  <a:pt x="80856" y="174199"/>
                  <a:pt x="74297" y="170423"/>
                </a:cubicBezTo>
                <a:lnTo>
                  <a:pt x="16065" y="136802"/>
                </a:lnTo>
                <a:cubicBezTo>
                  <a:pt x="9507" y="133026"/>
                  <a:pt x="5465" y="126004"/>
                  <a:pt x="5465" y="118452"/>
                </a:cubicBezTo>
                <a:lnTo>
                  <a:pt x="5465" y="51210"/>
                </a:lnTo>
                <a:cubicBezTo>
                  <a:pt x="5465" y="43624"/>
                  <a:pt x="9507" y="36635"/>
                  <a:pt x="16065" y="32859"/>
                </a:cubicBezTo>
                <a:lnTo>
                  <a:pt x="74297" y="-828"/>
                </a:lnTo>
                <a:close/>
                <a:moveTo>
                  <a:pt x="143129" y="118418"/>
                </a:moveTo>
                <a:lnTo>
                  <a:pt x="143129" y="63399"/>
                </a:lnTo>
                <a:lnTo>
                  <a:pt x="95497" y="90892"/>
                </a:lnTo>
                <a:lnTo>
                  <a:pt x="95497" y="145911"/>
                </a:lnTo>
                <a:lnTo>
                  <a:pt x="143129" y="1184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041986" y="2487279"/>
            <a:ext cx="363687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Modularity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41986" y="2788781"/>
            <a:ext cx="3627450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React components ensure consistency, reduce code duplication, and accelerate development cycles.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2045" y="3561381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668641" y="3665023"/>
            <a:ext cx="148396" cy="169595"/>
          </a:xfrm>
          <a:custGeom>
            <a:avLst/>
            <a:gdLst/>
            <a:ahLst/>
            <a:cxnLst/>
            <a:rect l="l" t="t" r="r" b="b"/>
            <a:pathLst>
              <a:path w="148396" h="169595">
                <a:moveTo>
                  <a:pt x="112224" y="-3279"/>
                </a:moveTo>
                <a:cubicBezTo>
                  <a:pt x="116166" y="-431"/>
                  <a:pt x="117623" y="4737"/>
                  <a:pt x="115835" y="9242"/>
                </a:cubicBezTo>
                <a:lnTo>
                  <a:pt x="89866" y="74198"/>
                </a:lnTo>
                <a:lnTo>
                  <a:pt x="137796" y="74198"/>
                </a:lnTo>
                <a:cubicBezTo>
                  <a:pt x="142268" y="74198"/>
                  <a:pt x="146243" y="76980"/>
                  <a:pt x="147766" y="81187"/>
                </a:cubicBezTo>
                <a:cubicBezTo>
                  <a:pt x="149290" y="85394"/>
                  <a:pt x="147998" y="90097"/>
                  <a:pt x="144586" y="92946"/>
                </a:cubicBezTo>
                <a:lnTo>
                  <a:pt x="49189" y="172444"/>
                </a:lnTo>
                <a:cubicBezTo>
                  <a:pt x="45446" y="175557"/>
                  <a:pt x="40113" y="175723"/>
                  <a:pt x="36171" y="172874"/>
                </a:cubicBezTo>
                <a:cubicBezTo>
                  <a:pt x="32230" y="170026"/>
                  <a:pt x="30772" y="164858"/>
                  <a:pt x="32561" y="160353"/>
                </a:cubicBezTo>
                <a:lnTo>
                  <a:pt x="58530" y="95397"/>
                </a:lnTo>
                <a:lnTo>
                  <a:pt x="10600" y="95397"/>
                </a:lnTo>
                <a:cubicBezTo>
                  <a:pt x="6128" y="95397"/>
                  <a:pt x="2153" y="92615"/>
                  <a:pt x="629" y="88408"/>
                </a:cubicBezTo>
                <a:cubicBezTo>
                  <a:pt x="-894" y="84201"/>
                  <a:pt x="397" y="79498"/>
                  <a:pt x="3809" y="76649"/>
                </a:cubicBezTo>
                <a:lnTo>
                  <a:pt x="99206" y="-2849"/>
                </a:lnTo>
                <a:cubicBezTo>
                  <a:pt x="102949" y="-5962"/>
                  <a:pt x="108282" y="-6128"/>
                  <a:pt x="112224" y="-32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041986" y="3523693"/>
            <a:ext cx="363687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41986" y="3825196"/>
            <a:ext cx="3627450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rendering, code splitting, and lazy loading ensure fast page loads and smooth user experience.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52045" y="4352825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7658041" y="4456466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84798" y="0"/>
                </a:moveTo>
                <a:cubicBezTo>
                  <a:pt x="86321" y="0"/>
                  <a:pt x="87845" y="331"/>
                  <a:pt x="89236" y="961"/>
                </a:cubicBezTo>
                <a:lnTo>
                  <a:pt x="151642" y="27427"/>
                </a:lnTo>
                <a:cubicBezTo>
                  <a:pt x="158929" y="30507"/>
                  <a:pt x="164361" y="37695"/>
                  <a:pt x="164328" y="46374"/>
                </a:cubicBezTo>
                <a:cubicBezTo>
                  <a:pt x="164163" y="79233"/>
                  <a:pt x="150648" y="139353"/>
                  <a:pt x="93575" y="166680"/>
                </a:cubicBezTo>
                <a:cubicBezTo>
                  <a:pt x="88044" y="169330"/>
                  <a:pt x="81618" y="169330"/>
                  <a:pt x="76086" y="166680"/>
                </a:cubicBezTo>
                <a:cubicBezTo>
                  <a:pt x="18980" y="139353"/>
                  <a:pt x="5499" y="79233"/>
                  <a:pt x="5333" y="46374"/>
                </a:cubicBezTo>
                <a:cubicBezTo>
                  <a:pt x="5300" y="37695"/>
                  <a:pt x="10732" y="30507"/>
                  <a:pt x="18019" y="27427"/>
                </a:cubicBezTo>
                <a:lnTo>
                  <a:pt x="80392" y="961"/>
                </a:lnTo>
                <a:cubicBezTo>
                  <a:pt x="81783" y="331"/>
                  <a:pt x="83274" y="0"/>
                  <a:pt x="84798" y="0"/>
                </a:cubicBezTo>
                <a:close/>
                <a:moveTo>
                  <a:pt x="84798" y="22127"/>
                </a:moveTo>
                <a:lnTo>
                  <a:pt x="84798" y="147369"/>
                </a:lnTo>
                <a:cubicBezTo>
                  <a:pt x="130509" y="125242"/>
                  <a:pt x="142798" y="76218"/>
                  <a:pt x="143096" y="46871"/>
                </a:cubicBezTo>
                <a:lnTo>
                  <a:pt x="84798" y="22160"/>
                </a:lnTo>
                <a:lnTo>
                  <a:pt x="84798" y="221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041986" y="4315137"/>
            <a:ext cx="363687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First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41986" y="4616639"/>
            <a:ext cx="3627450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authentication, data validation, and HTTPS encryption protect user information throughout the application process.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2045" y="5389239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Shape 45"/>
          <p:cNvSpPr/>
          <p:nvPr/>
        </p:nvSpPr>
        <p:spPr>
          <a:xfrm>
            <a:off x="7668641" y="5492880"/>
            <a:ext cx="148396" cy="169595"/>
          </a:xfrm>
          <a:custGeom>
            <a:avLst/>
            <a:gdLst/>
            <a:ahLst/>
            <a:cxnLst/>
            <a:rect l="l" t="t" r="r" b="b"/>
            <a:pathLst>
              <a:path w="148396" h="169595">
                <a:moveTo>
                  <a:pt x="55648" y="10600"/>
                </a:moveTo>
                <a:lnTo>
                  <a:pt x="7950" y="10600"/>
                </a:lnTo>
                <a:cubicBezTo>
                  <a:pt x="3544" y="10600"/>
                  <a:pt x="0" y="14144"/>
                  <a:pt x="0" y="18549"/>
                </a:cubicBezTo>
                <a:lnTo>
                  <a:pt x="0" y="66248"/>
                </a:lnTo>
                <a:cubicBezTo>
                  <a:pt x="0" y="69461"/>
                  <a:pt x="1921" y="72376"/>
                  <a:pt x="4902" y="73602"/>
                </a:cubicBezTo>
                <a:cubicBezTo>
                  <a:pt x="7884" y="74827"/>
                  <a:pt x="11295" y="74132"/>
                  <a:pt x="13581" y="71879"/>
                </a:cubicBezTo>
                <a:lnTo>
                  <a:pt x="26830" y="58630"/>
                </a:lnTo>
                <a:lnTo>
                  <a:pt x="52998" y="84798"/>
                </a:lnTo>
                <a:lnTo>
                  <a:pt x="26830" y="110966"/>
                </a:lnTo>
                <a:lnTo>
                  <a:pt x="13581" y="97716"/>
                </a:lnTo>
                <a:cubicBezTo>
                  <a:pt x="11295" y="95430"/>
                  <a:pt x="7884" y="94768"/>
                  <a:pt x="4902" y="95993"/>
                </a:cubicBezTo>
                <a:cubicBezTo>
                  <a:pt x="1921" y="97219"/>
                  <a:pt x="0" y="100134"/>
                  <a:pt x="0" y="103347"/>
                </a:cubicBezTo>
                <a:lnTo>
                  <a:pt x="0" y="151046"/>
                </a:lnTo>
                <a:cubicBezTo>
                  <a:pt x="0" y="155451"/>
                  <a:pt x="3544" y="158995"/>
                  <a:pt x="7950" y="158995"/>
                </a:cubicBezTo>
                <a:lnTo>
                  <a:pt x="55648" y="158995"/>
                </a:lnTo>
                <a:cubicBezTo>
                  <a:pt x="58861" y="158995"/>
                  <a:pt x="61776" y="157074"/>
                  <a:pt x="63002" y="154093"/>
                </a:cubicBezTo>
                <a:cubicBezTo>
                  <a:pt x="64228" y="151112"/>
                  <a:pt x="63565" y="147700"/>
                  <a:pt x="61279" y="145415"/>
                </a:cubicBezTo>
                <a:lnTo>
                  <a:pt x="48030" y="132165"/>
                </a:lnTo>
                <a:lnTo>
                  <a:pt x="74198" y="105997"/>
                </a:lnTo>
                <a:lnTo>
                  <a:pt x="100366" y="132165"/>
                </a:lnTo>
                <a:lnTo>
                  <a:pt x="87116" y="145415"/>
                </a:lnTo>
                <a:cubicBezTo>
                  <a:pt x="84831" y="147700"/>
                  <a:pt x="84168" y="151112"/>
                  <a:pt x="85394" y="154093"/>
                </a:cubicBezTo>
                <a:cubicBezTo>
                  <a:pt x="86619" y="157074"/>
                  <a:pt x="89534" y="158995"/>
                  <a:pt x="92747" y="158995"/>
                </a:cubicBezTo>
                <a:lnTo>
                  <a:pt x="140446" y="158995"/>
                </a:lnTo>
                <a:cubicBezTo>
                  <a:pt x="144851" y="158995"/>
                  <a:pt x="148396" y="155451"/>
                  <a:pt x="148396" y="151046"/>
                </a:cubicBezTo>
                <a:lnTo>
                  <a:pt x="148396" y="103347"/>
                </a:lnTo>
                <a:cubicBezTo>
                  <a:pt x="148396" y="100134"/>
                  <a:pt x="146474" y="97219"/>
                  <a:pt x="143493" y="95993"/>
                </a:cubicBezTo>
                <a:cubicBezTo>
                  <a:pt x="140512" y="94768"/>
                  <a:pt x="137100" y="95430"/>
                  <a:pt x="134815" y="97716"/>
                </a:cubicBezTo>
                <a:lnTo>
                  <a:pt x="121565" y="110966"/>
                </a:lnTo>
                <a:lnTo>
                  <a:pt x="95397" y="84798"/>
                </a:lnTo>
                <a:lnTo>
                  <a:pt x="121565" y="58630"/>
                </a:lnTo>
                <a:lnTo>
                  <a:pt x="134815" y="71879"/>
                </a:lnTo>
                <a:cubicBezTo>
                  <a:pt x="137100" y="74165"/>
                  <a:pt x="140512" y="74827"/>
                  <a:pt x="143493" y="73602"/>
                </a:cubicBezTo>
                <a:cubicBezTo>
                  <a:pt x="146474" y="72376"/>
                  <a:pt x="148396" y="69461"/>
                  <a:pt x="148396" y="66248"/>
                </a:cubicBezTo>
                <a:lnTo>
                  <a:pt x="148396" y="18549"/>
                </a:lnTo>
                <a:cubicBezTo>
                  <a:pt x="148396" y="14144"/>
                  <a:pt x="144851" y="10600"/>
                  <a:pt x="140446" y="10600"/>
                </a:cubicBezTo>
                <a:lnTo>
                  <a:pt x="92747" y="10600"/>
                </a:lnTo>
                <a:cubicBezTo>
                  <a:pt x="89534" y="10600"/>
                  <a:pt x="86619" y="12521"/>
                  <a:pt x="85394" y="15502"/>
                </a:cubicBezTo>
                <a:cubicBezTo>
                  <a:pt x="84168" y="18483"/>
                  <a:pt x="84864" y="21895"/>
                  <a:pt x="87116" y="24181"/>
                </a:cubicBezTo>
                <a:lnTo>
                  <a:pt x="100366" y="37430"/>
                </a:lnTo>
                <a:lnTo>
                  <a:pt x="74198" y="63598"/>
                </a:lnTo>
                <a:lnTo>
                  <a:pt x="48030" y="37430"/>
                </a:lnTo>
                <a:lnTo>
                  <a:pt x="61279" y="24181"/>
                </a:lnTo>
                <a:cubicBezTo>
                  <a:pt x="63565" y="21895"/>
                  <a:pt x="64228" y="18483"/>
                  <a:pt x="63002" y="15502"/>
                </a:cubicBezTo>
                <a:cubicBezTo>
                  <a:pt x="61776" y="12521"/>
                  <a:pt x="58861" y="10600"/>
                  <a:pt x="55648" y="10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041986" y="5351551"/>
            <a:ext cx="363687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Design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41986" y="5653053"/>
            <a:ext cx="3627450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supports future growth, additional institutions, and new feature integration without major refactoring.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619250" cy="342900"/>
          </a:xfrm>
          <a:custGeom>
            <a:avLst/>
            <a:gdLst/>
            <a:ahLst/>
            <a:cxnLst/>
            <a:rect l="l" t="t" r="r" b="b"/>
            <a:pathLst>
              <a:path w="1619250" h="342900">
                <a:moveTo>
                  <a:pt x="76199" y="0"/>
                </a:moveTo>
                <a:lnTo>
                  <a:pt x="1543051" y="0"/>
                </a:lnTo>
                <a:cubicBezTo>
                  <a:pt x="1585134" y="0"/>
                  <a:pt x="1619250" y="34116"/>
                  <a:pt x="1619250" y="76199"/>
                </a:cubicBezTo>
                <a:lnTo>
                  <a:pt x="1619250" y="266701"/>
                </a:lnTo>
                <a:cubicBezTo>
                  <a:pt x="1619250" y="308784"/>
                  <a:pt x="1585134" y="342900"/>
                  <a:pt x="15430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245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716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design and data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714500"/>
            <a:ext cx="6162675" cy="4762500"/>
          </a:xfrm>
          <a:custGeom>
            <a:avLst/>
            <a:gdLst/>
            <a:ahLst/>
            <a:cxnLst/>
            <a:rect l="l" t="t" r="r" b="b"/>
            <a:pathLst>
              <a:path w="6162675" h="4762500">
                <a:moveTo>
                  <a:pt x="152400" y="0"/>
                </a:moveTo>
                <a:lnTo>
                  <a:pt x="6010275" y="0"/>
                </a:lnTo>
                <a:cubicBezTo>
                  <a:pt x="6094387" y="0"/>
                  <a:pt x="6162675" y="68288"/>
                  <a:pt x="6162675" y="152400"/>
                </a:cubicBezTo>
                <a:lnTo>
                  <a:pt x="6162675" y="4610100"/>
                </a:lnTo>
                <a:cubicBezTo>
                  <a:pt x="6162675" y="4694212"/>
                  <a:pt x="6094387" y="4762500"/>
                  <a:pt x="6010275" y="4762500"/>
                </a:cubicBezTo>
                <a:lnTo>
                  <a:pt x="152400" y="4762500"/>
                </a:lnTo>
                <a:cubicBezTo>
                  <a:pt x="68288" y="4762500"/>
                  <a:pt x="0" y="4694212"/>
                  <a:pt x="0" y="461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4350" y="1905000"/>
            <a:ext cx="5895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 Interaction Flow</a:t>
            </a:r>
            <a:endParaRPr lang="en-US" sz="1600" dirty="0"/>
          </a:p>
        </p:txBody>
      </p:sp>
      <p:pic>
        <p:nvPicPr>
          <p:cNvPr id="9" name="Image 0" descr="https://kimi-img.moonshot.cn/pub/slides/26-04-07-03:41:53-d7a0p0eom6pijjo0jt0g.png">    </p:cNvPr>
          <p:cNvPicPr>
            <a:picLocks noChangeAspect="1"/>
          </p:cNvPicPr>
          <p:nvPr/>
        </p:nvPicPr>
        <p:blipFill>
          <a:blip r:embed="rId1"/>
          <a:srcRect l="0" r="0" t="49" b="49"/>
          <a:stretch/>
        </p:blipFill>
        <p:spPr>
          <a:xfrm>
            <a:off x="571500" y="2285884"/>
            <a:ext cx="5781675" cy="38100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6773942" y="1714500"/>
            <a:ext cx="5038725" cy="1504950"/>
          </a:xfrm>
          <a:custGeom>
            <a:avLst/>
            <a:gdLst/>
            <a:ahLst/>
            <a:cxnLst/>
            <a:rect l="l" t="t" r="r" b="b"/>
            <a:pathLst>
              <a:path w="5038725" h="1504950">
                <a:moveTo>
                  <a:pt x="114301" y="0"/>
                </a:moveTo>
                <a:lnTo>
                  <a:pt x="4924424" y="0"/>
                </a:lnTo>
                <a:cubicBezTo>
                  <a:pt x="4987551" y="0"/>
                  <a:pt x="5038725" y="51174"/>
                  <a:pt x="5038725" y="114301"/>
                </a:cubicBezTo>
                <a:lnTo>
                  <a:pt x="5038725" y="1390649"/>
                </a:lnTo>
                <a:cubicBezTo>
                  <a:pt x="5038725" y="1453776"/>
                  <a:pt x="4987551" y="1504950"/>
                  <a:pt x="4924424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1" name="Shape 8"/>
          <p:cNvSpPr/>
          <p:nvPr/>
        </p:nvSpPr>
        <p:spPr>
          <a:xfrm>
            <a:off x="6950154" y="19602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7278767" y="1922148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 Communication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26342" y="2265048"/>
            <a:ext cx="4810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React app communicates with backend services via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endpoints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HTTP requests handle data fetching, form submissions, and authentication with JSON response format.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77752" y="3333751"/>
            <a:ext cx="5027295" cy="1512570"/>
          </a:xfrm>
          <a:custGeom>
            <a:avLst/>
            <a:gdLst/>
            <a:ahLst/>
            <a:cxnLst/>
            <a:rect l="l" t="t" r="r" b="b"/>
            <a:pathLst>
              <a:path w="5027295" h="1512570">
                <a:moveTo>
                  <a:pt x="114305" y="0"/>
                </a:moveTo>
                <a:lnTo>
                  <a:pt x="4912990" y="0"/>
                </a:lnTo>
                <a:cubicBezTo>
                  <a:pt x="4976119" y="0"/>
                  <a:pt x="5027295" y="51176"/>
                  <a:pt x="5027295" y="114305"/>
                </a:cubicBezTo>
                <a:lnTo>
                  <a:pt x="5027295" y="1398265"/>
                </a:lnTo>
                <a:cubicBezTo>
                  <a:pt x="5027295" y="1461394"/>
                  <a:pt x="4976119" y="1512570"/>
                  <a:pt x="4912990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4748B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81587" y="358330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7286387" y="3545207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Handling &amp; Validation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33962" y="3888107"/>
            <a:ext cx="4791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validation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data integrity: client-side for immediate feedback, server-side for security, and database constraints for consistency.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77752" y="4964433"/>
            <a:ext cx="5027295" cy="1512570"/>
          </a:xfrm>
          <a:custGeom>
            <a:avLst/>
            <a:gdLst/>
            <a:ahLst/>
            <a:cxnLst/>
            <a:rect l="l" t="t" r="r" b="b"/>
            <a:pathLst>
              <a:path w="5027295" h="1512570">
                <a:moveTo>
                  <a:pt x="114305" y="0"/>
                </a:moveTo>
                <a:lnTo>
                  <a:pt x="4912990" y="0"/>
                </a:lnTo>
                <a:cubicBezTo>
                  <a:pt x="4976119" y="0"/>
                  <a:pt x="5027295" y="51176"/>
                  <a:pt x="5027295" y="114305"/>
                </a:cubicBezTo>
                <a:lnTo>
                  <a:pt x="5027295" y="1398265"/>
                </a:lnTo>
                <a:cubicBezTo>
                  <a:pt x="5027295" y="1461394"/>
                  <a:pt x="4976119" y="1512570"/>
                  <a:pt x="4912990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4748B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69681" y="533780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7286387" y="5299709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Storage Concept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933962" y="5642609"/>
            <a:ext cx="4791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data model includes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Profiles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relational connections for efficient querying.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952625" cy="342900"/>
          </a:xfrm>
          <a:custGeom>
            <a:avLst/>
            <a:gdLst/>
            <a:ahLst/>
            <a:cxnLst/>
            <a:rect l="l" t="t" r="r" b="b"/>
            <a:pathLst>
              <a:path w="1952625" h="342900">
                <a:moveTo>
                  <a:pt x="76199" y="0"/>
                </a:moveTo>
                <a:lnTo>
                  <a:pt x="1876426" y="0"/>
                </a:lnTo>
                <a:cubicBezTo>
                  <a:pt x="1918509" y="0"/>
                  <a:pt x="1952625" y="34116"/>
                  <a:pt x="1952625" y="76199"/>
                </a:cubicBezTo>
                <a:lnTo>
                  <a:pt x="1952625" y="266701"/>
                </a:lnTo>
                <a:cubicBezTo>
                  <a:pt x="1952625" y="308784"/>
                  <a:pt x="1918509" y="342900"/>
                  <a:pt x="18764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2450" y="47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&amp;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the academic application experience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38300"/>
            <a:ext cx="5619750" cy="1905000"/>
          </a:xfrm>
          <a:custGeom>
            <a:avLst/>
            <a:gdLst/>
            <a:ahLst/>
            <a:cxnLst/>
            <a:rect l="l" t="t" r="r" b="b"/>
            <a:pathLst>
              <a:path w="5619750" h="19050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790700"/>
                </a:lnTo>
                <a:cubicBezTo>
                  <a:pt x="5619750" y="1853784"/>
                  <a:pt x="5568534" y="1905000"/>
                  <a:pt x="55054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638300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90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17907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57300" y="21336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application completion time by </a:t>
            </a:r>
            <a:pPr>
              <a:lnSpc>
                <a:spcPct val="11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70%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reusable profiles, auto-fill capabilities, and streamlined workflows.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57300" y="26670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76200" y="0"/>
                </a:moveTo>
                <a:lnTo>
                  <a:pt x="2057400" y="0"/>
                </a:lnTo>
                <a:cubicBezTo>
                  <a:pt x="2099456" y="0"/>
                  <a:pt x="2133600" y="34144"/>
                  <a:pt x="2133600" y="76200"/>
                </a:cubicBezTo>
                <a:lnTo>
                  <a:pt x="2133600" y="533400"/>
                </a:lnTo>
                <a:cubicBezTo>
                  <a:pt x="2133600" y="575456"/>
                  <a:pt x="2099456" y="609600"/>
                  <a:pt x="2057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2743200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Process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2933584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60-90 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86150" y="28954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733800" y="2667000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76200" y="0"/>
                </a:moveTo>
                <a:lnTo>
                  <a:pt x="2057400" y="0"/>
                </a:lnTo>
                <a:cubicBezTo>
                  <a:pt x="2099456" y="0"/>
                  <a:pt x="2133600" y="34144"/>
                  <a:pt x="2133600" y="76200"/>
                </a:cubicBezTo>
                <a:lnTo>
                  <a:pt x="2133600" y="533400"/>
                </a:lnTo>
                <a:cubicBezTo>
                  <a:pt x="2133600" y="575456"/>
                  <a:pt x="2099456" y="609600"/>
                  <a:pt x="2057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810000" y="2743200"/>
            <a:ext cx="2038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FlexiApply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0" y="2933584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 min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1250" y="1638300"/>
            <a:ext cx="5619750" cy="1905000"/>
          </a:xfrm>
          <a:custGeom>
            <a:avLst/>
            <a:gdLst/>
            <a:ahLst/>
            <a:cxnLst/>
            <a:rect l="l" t="t" r="r" b="b"/>
            <a:pathLst>
              <a:path w="5619750" h="19050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790700"/>
                </a:lnTo>
                <a:cubicBezTo>
                  <a:pt x="5619750" y="1853784"/>
                  <a:pt x="5568534" y="1905000"/>
                  <a:pt x="55054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1250" y="1638300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27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1510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7048500" y="17907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Reduction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8500" y="21336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validation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common mistakes, ensuring complete and accurate submissions on the first attempt.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67550" y="2695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291388" y="266700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field validation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67550" y="2962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291388" y="29337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field enforcement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67550" y="3228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291388" y="32004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verification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050" y="369570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05453" y="0"/>
                </a:lnTo>
                <a:cubicBezTo>
                  <a:pt x="5568535" y="0"/>
                  <a:pt x="5619750" y="51215"/>
                  <a:pt x="5619750" y="114297"/>
                </a:cubicBezTo>
                <a:lnTo>
                  <a:pt x="5619750" y="1162053"/>
                </a:lnTo>
                <a:cubicBezTo>
                  <a:pt x="5619750" y="1225135"/>
                  <a:pt x="5568535" y="1276350"/>
                  <a:pt x="5505453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00050" y="36957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571500" y="3848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09613" y="4000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003" y="100727"/>
                </a:moveTo>
                <a:lnTo>
                  <a:pt x="14466" y="132249"/>
                </a:lnTo>
                <a:lnTo>
                  <a:pt x="14466" y="42863"/>
                </a:lnTo>
                <a:cubicBezTo>
                  <a:pt x="14466" y="27102"/>
                  <a:pt x="27280" y="14288"/>
                  <a:pt x="43041" y="14288"/>
                </a:cubicBezTo>
                <a:lnTo>
                  <a:pt x="104968" y="14288"/>
                </a:lnTo>
                <a:cubicBezTo>
                  <a:pt x="111130" y="14288"/>
                  <a:pt x="117157" y="16297"/>
                  <a:pt x="122113" y="20003"/>
                </a:cubicBezTo>
                <a:lnTo>
                  <a:pt x="139258" y="32861"/>
                </a:lnTo>
                <a:cubicBezTo>
                  <a:pt x="141714" y="34736"/>
                  <a:pt x="144750" y="35719"/>
                  <a:pt x="147831" y="35719"/>
                </a:cubicBezTo>
                <a:lnTo>
                  <a:pt x="200204" y="35719"/>
                </a:lnTo>
                <a:cubicBezTo>
                  <a:pt x="215964" y="35719"/>
                  <a:pt x="228779" y="48533"/>
                  <a:pt x="228779" y="64294"/>
                </a:cubicBezTo>
                <a:lnTo>
                  <a:pt x="228779" y="71438"/>
                </a:lnTo>
                <a:lnTo>
                  <a:pt x="65633" y="71438"/>
                </a:lnTo>
                <a:cubicBezTo>
                  <a:pt x="47193" y="71438"/>
                  <a:pt x="30807" y="83225"/>
                  <a:pt x="24958" y="100727"/>
                </a:cubicBezTo>
                <a:close/>
                <a:moveTo>
                  <a:pt x="213330" y="200025"/>
                </a:moveTo>
                <a:lnTo>
                  <a:pt x="44202" y="200025"/>
                </a:lnTo>
                <a:cubicBezTo>
                  <a:pt x="29557" y="200025"/>
                  <a:pt x="19243" y="185693"/>
                  <a:pt x="23887" y="171807"/>
                </a:cubicBezTo>
                <a:lnTo>
                  <a:pt x="45318" y="107513"/>
                </a:lnTo>
                <a:cubicBezTo>
                  <a:pt x="48220" y="98762"/>
                  <a:pt x="56436" y="92869"/>
                  <a:pt x="65633" y="92869"/>
                </a:cubicBezTo>
                <a:lnTo>
                  <a:pt x="234761" y="92869"/>
                </a:lnTo>
                <a:cubicBezTo>
                  <a:pt x="249406" y="92869"/>
                  <a:pt x="259720" y="107201"/>
                  <a:pt x="255077" y="121087"/>
                </a:cubicBezTo>
                <a:lnTo>
                  <a:pt x="233645" y="185380"/>
                </a:lnTo>
                <a:cubicBezTo>
                  <a:pt x="230743" y="194131"/>
                  <a:pt x="222528" y="200025"/>
                  <a:pt x="213330" y="2000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257300" y="38481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Organization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57300" y="4191000"/>
            <a:ext cx="46863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dashboard provides </a:t>
            </a:r>
            <a:pPr>
              <a:lnSpc>
                <a:spcPct val="11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visibility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all applications, deadlines, and institutional communications in one place.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250" y="3695700"/>
            <a:ext cx="5619750" cy="1276350"/>
          </a:xfrm>
          <a:custGeom>
            <a:avLst/>
            <a:gdLst/>
            <a:ahLst/>
            <a:cxnLst/>
            <a:rect l="l" t="t" r="r" b="b"/>
            <a:pathLst>
              <a:path w="5619750" h="1276350">
                <a:moveTo>
                  <a:pt x="38100" y="0"/>
                </a:moveTo>
                <a:lnTo>
                  <a:pt x="5505453" y="0"/>
                </a:lnTo>
                <a:cubicBezTo>
                  <a:pt x="5568535" y="0"/>
                  <a:pt x="5619750" y="51215"/>
                  <a:pt x="5619750" y="114297"/>
                </a:cubicBezTo>
                <a:lnTo>
                  <a:pt x="5619750" y="1162053"/>
                </a:lnTo>
                <a:cubicBezTo>
                  <a:pt x="5619750" y="1225135"/>
                  <a:pt x="5568535" y="1276350"/>
                  <a:pt x="5505453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91250" y="36957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6362700" y="3848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15100" y="4000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7048500" y="38481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UX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48500" y="41910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design and </a:t>
            </a:r>
            <a:pPr>
              <a:lnSpc>
                <a:spcPct val="11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guided workflows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stress, increase completion rates, and create a positive application experience.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5048250"/>
            <a:ext cx="11430000" cy="1066800"/>
          </a:xfrm>
          <a:custGeom>
            <a:avLst/>
            <a:gdLst/>
            <a:ahLst/>
            <a:cxnLst/>
            <a:rect l="l" t="t" r="r" b="b"/>
            <a:pathLst>
              <a:path w="11430000" h="10668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952503"/>
                </a:lnTo>
                <a:cubicBezTo>
                  <a:pt x="11430000" y="1015628"/>
                  <a:pt x="11378828" y="1066800"/>
                  <a:pt x="1131570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" y="54102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1101685" y="5200650"/>
            <a:ext cx="854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Impact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1685" y="5505450"/>
            <a:ext cx="8524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FlexiApply transforms 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fragmented, stressful process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unified, efficient experience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—benefiting both applicants and institutions.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78328" y="5219700"/>
            <a:ext cx="752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516428" y="5562600"/>
            <a:ext cx="676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315695" y="521970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353795" y="556260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91838" y="5219700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29938" y="55626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609725" cy="342900"/>
          </a:xfrm>
          <a:custGeom>
            <a:avLst/>
            <a:gdLst/>
            <a:ahLst/>
            <a:cxnLst/>
            <a:rect l="l" t="t" r="r" b="b"/>
            <a:pathLst>
              <a:path w="1609725" h="342900">
                <a:moveTo>
                  <a:pt x="76199" y="0"/>
                </a:moveTo>
                <a:lnTo>
                  <a:pt x="1533526" y="0"/>
                </a:lnTo>
                <a:cubicBezTo>
                  <a:pt x="1575609" y="0"/>
                  <a:pt x="1609725" y="34116"/>
                  <a:pt x="1609725" y="76199"/>
                </a:cubicBezTo>
                <a:lnTo>
                  <a:pt x="1609725" y="266701"/>
                </a:lnTo>
                <a:cubicBezTo>
                  <a:pt x="1609725" y="308784"/>
                  <a:pt x="1575609" y="342900"/>
                  <a:pt x="15335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4762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4572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Stakeholders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716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beneficiaries of the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809750"/>
            <a:ext cx="5600700" cy="3371850"/>
          </a:xfrm>
          <a:custGeom>
            <a:avLst/>
            <a:gdLst/>
            <a:ahLst/>
            <a:cxnLst/>
            <a:rect l="l" t="t" r="r" b="b"/>
            <a:pathLst>
              <a:path w="5600700" h="33718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219442"/>
                </a:lnTo>
                <a:cubicBezTo>
                  <a:pt x="5600700" y="3303615"/>
                  <a:pt x="5532465" y="3371850"/>
                  <a:pt x="5448292" y="3371850"/>
                </a:cubicBezTo>
                <a:lnTo>
                  <a:pt x="152408" y="3371850"/>
                </a:lnTo>
                <a:cubicBezTo>
                  <a:pt x="68235" y="3371850"/>
                  <a:pt x="0" y="3303615"/>
                  <a:pt x="0" y="32194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8097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05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791766" y="2219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4671" y="-7255"/>
                </a:moveTo>
                <a:cubicBezTo>
                  <a:pt x="128308" y="-8539"/>
                  <a:pt x="121779" y="-8539"/>
                  <a:pt x="115416" y="-7255"/>
                </a:cubicBezTo>
                <a:lnTo>
                  <a:pt x="10771" y="13674"/>
                </a:lnTo>
                <a:cubicBezTo>
                  <a:pt x="4521" y="14901"/>
                  <a:pt x="0" y="20427"/>
                  <a:pt x="0" y="26789"/>
                </a:cubicBezTo>
                <a:cubicBezTo>
                  <a:pt x="0" y="32538"/>
                  <a:pt x="3628" y="37560"/>
                  <a:pt x="8930" y="39402"/>
                </a:cubicBezTo>
                <a:lnTo>
                  <a:pt x="8930" y="80367"/>
                </a:lnTo>
                <a:lnTo>
                  <a:pt x="167" y="124234"/>
                </a:lnTo>
                <a:cubicBezTo>
                  <a:pt x="56" y="124737"/>
                  <a:pt x="0" y="125295"/>
                  <a:pt x="0" y="125853"/>
                </a:cubicBezTo>
                <a:cubicBezTo>
                  <a:pt x="0" y="130318"/>
                  <a:pt x="3628" y="134001"/>
                  <a:pt x="8148" y="134001"/>
                </a:cubicBezTo>
                <a:lnTo>
                  <a:pt x="27626" y="134001"/>
                </a:lnTo>
                <a:cubicBezTo>
                  <a:pt x="32091" y="134001"/>
                  <a:pt x="35775" y="130373"/>
                  <a:pt x="35775" y="125853"/>
                </a:cubicBezTo>
                <a:cubicBezTo>
                  <a:pt x="35775" y="125295"/>
                  <a:pt x="35719" y="124792"/>
                  <a:pt x="35607" y="124234"/>
                </a:cubicBezTo>
                <a:lnTo>
                  <a:pt x="26789" y="80367"/>
                </a:lnTo>
                <a:lnTo>
                  <a:pt x="26789" y="43142"/>
                </a:lnTo>
                <a:lnTo>
                  <a:pt x="53578" y="48499"/>
                </a:lnTo>
                <a:lnTo>
                  <a:pt x="53578" y="80367"/>
                </a:lnTo>
                <a:cubicBezTo>
                  <a:pt x="53578" y="119825"/>
                  <a:pt x="85558" y="151805"/>
                  <a:pt x="125016" y="151805"/>
                </a:cubicBezTo>
                <a:cubicBezTo>
                  <a:pt x="164474" y="151805"/>
                  <a:pt x="196453" y="119825"/>
                  <a:pt x="196453" y="80367"/>
                </a:cubicBezTo>
                <a:lnTo>
                  <a:pt x="196453" y="48499"/>
                </a:lnTo>
                <a:lnTo>
                  <a:pt x="239260" y="39960"/>
                </a:lnTo>
                <a:cubicBezTo>
                  <a:pt x="245511" y="38677"/>
                  <a:pt x="250031" y="33151"/>
                  <a:pt x="250031" y="26789"/>
                </a:cubicBezTo>
                <a:cubicBezTo>
                  <a:pt x="250031" y="20427"/>
                  <a:pt x="245511" y="14901"/>
                  <a:pt x="239260" y="13674"/>
                </a:cubicBezTo>
                <a:lnTo>
                  <a:pt x="134671" y="-7255"/>
                </a:lnTo>
                <a:close/>
                <a:moveTo>
                  <a:pt x="125016" y="125016"/>
                </a:moveTo>
                <a:cubicBezTo>
                  <a:pt x="100347" y="125016"/>
                  <a:pt x="80367" y="105035"/>
                  <a:pt x="80367" y="80367"/>
                </a:cubicBezTo>
                <a:lnTo>
                  <a:pt x="169664" y="80367"/>
                </a:lnTo>
                <a:cubicBezTo>
                  <a:pt x="169664" y="105035"/>
                  <a:pt x="149684" y="125016"/>
                  <a:pt x="125016" y="125016"/>
                </a:cubicBezTo>
                <a:close/>
                <a:moveTo>
                  <a:pt x="67028" y="178650"/>
                </a:moveTo>
                <a:cubicBezTo>
                  <a:pt x="32761" y="194388"/>
                  <a:pt x="8930" y="22899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111621" y="285750"/>
                </a:lnTo>
                <a:lnTo>
                  <a:pt x="111621" y="204267"/>
                </a:lnTo>
                <a:lnTo>
                  <a:pt x="79586" y="180268"/>
                </a:lnTo>
                <a:cubicBezTo>
                  <a:pt x="75958" y="177533"/>
                  <a:pt x="71103" y="176808"/>
                  <a:pt x="66973" y="178705"/>
                </a:cubicBezTo>
                <a:close/>
                <a:moveTo>
                  <a:pt x="138410" y="285750"/>
                </a:move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28991"/>
                  <a:pt x="217270" y="194388"/>
                  <a:pt x="183003" y="178705"/>
                </a:cubicBezTo>
                <a:cubicBezTo>
                  <a:pt x="178873" y="176808"/>
                  <a:pt x="174017" y="177533"/>
                  <a:pt x="170390" y="180268"/>
                </a:cubicBezTo>
                <a:lnTo>
                  <a:pt x="138354" y="204267"/>
                </a:lnTo>
                <a:lnTo>
                  <a:pt x="138354" y="2857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095500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00184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Applicants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819400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seeking admission to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universities, polytechnics, colleges, and other academic institutions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who need an efficient, stress-free application process.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8650" y="38457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07619"/>
            <a:ext cx="402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school graduates applying for undergraduate programs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650" y="41505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2419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students seeking transfers or program changes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8650" y="4455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17219"/>
            <a:ext cx="412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Graduate students applying for master's or doctoral programs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8650" y="47601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22019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students navigating multiple application systems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790700"/>
            <a:ext cx="5600700" cy="3390900"/>
          </a:xfrm>
          <a:custGeom>
            <a:avLst/>
            <a:gdLst/>
            <a:ahLst/>
            <a:cxnLst/>
            <a:rect l="l" t="t" r="r" b="b"/>
            <a:pathLst>
              <a:path w="5600700" h="3390900">
                <a:moveTo>
                  <a:pt x="152387" y="0"/>
                </a:moveTo>
                <a:lnTo>
                  <a:pt x="5448313" y="0"/>
                </a:lnTo>
                <a:cubicBezTo>
                  <a:pt x="5532474" y="0"/>
                  <a:pt x="5600700" y="68226"/>
                  <a:pt x="5600700" y="152387"/>
                </a:cubicBezTo>
                <a:lnTo>
                  <a:pt x="5600700" y="3238513"/>
                </a:lnTo>
                <a:cubicBezTo>
                  <a:pt x="5600700" y="3322674"/>
                  <a:pt x="5532474" y="3390900"/>
                  <a:pt x="5448313" y="3390900"/>
                </a:cubicBezTo>
                <a:lnTo>
                  <a:pt x="152387" y="3390900"/>
                </a:lnTo>
                <a:cubicBezTo>
                  <a:pt x="68226" y="3390900"/>
                  <a:pt x="0" y="3322674"/>
                  <a:pt x="0" y="32385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8900" y="2019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603206" y="2181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1749" y="11274"/>
                </a:moveTo>
                <a:cubicBezTo>
                  <a:pt x="146279" y="8148"/>
                  <a:pt x="139526" y="8148"/>
                  <a:pt x="134001" y="11274"/>
                </a:cubicBezTo>
                <a:lnTo>
                  <a:pt x="8985" y="82711"/>
                </a:lnTo>
                <a:cubicBezTo>
                  <a:pt x="1953" y="86730"/>
                  <a:pt x="-1507" y="94990"/>
                  <a:pt x="558" y="102803"/>
                </a:cubicBezTo>
                <a:cubicBezTo>
                  <a:pt x="2623" y="110617"/>
                  <a:pt x="9767" y="116086"/>
                  <a:pt x="17859" y="116086"/>
                </a:cubicBezTo>
                <a:lnTo>
                  <a:pt x="35719" y="116086"/>
                </a:lnTo>
                <a:lnTo>
                  <a:pt x="35719" y="232172"/>
                </a:lnTo>
                <a:lnTo>
                  <a:pt x="35719" y="232172"/>
                </a:lnTo>
                <a:lnTo>
                  <a:pt x="7144" y="253603"/>
                </a:lnTo>
                <a:cubicBezTo>
                  <a:pt x="2623" y="256952"/>
                  <a:pt x="0" y="262254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267891" y="285750"/>
                </a:lnTo>
                <a:cubicBezTo>
                  <a:pt x="277769" y="285750"/>
                  <a:pt x="285750" y="277769"/>
                  <a:pt x="285750" y="267891"/>
                </a:cubicBezTo>
                <a:cubicBezTo>
                  <a:pt x="285750" y="262254"/>
                  <a:pt x="283127" y="256952"/>
                  <a:pt x="278606" y="253603"/>
                </a:cubicBezTo>
                <a:lnTo>
                  <a:pt x="250031" y="232172"/>
                </a:lnTo>
                <a:lnTo>
                  <a:pt x="250031" y="116086"/>
                </a:lnTo>
                <a:lnTo>
                  <a:pt x="267891" y="116086"/>
                </a:lnTo>
                <a:cubicBezTo>
                  <a:pt x="275983" y="116086"/>
                  <a:pt x="283071" y="110617"/>
                  <a:pt x="285136" y="102803"/>
                </a:cubicBezTo>
                <a:cubicBezTo>
                  <a:pt x="287201" y="94990"/>
                  <a:pt x="283741" y="86730"/>
                  <a:pt x="276709" y="82711"/>
                </a:cubicBezTo>
                <a:lnTo>
                  <a:pt x="151693" y="11274"/>
                </a:lnTo>
                <a:close/>
                <a:moveTo>
                  <a:pt x="223242" y="116086"/>
                </a:moveTo>
                <a:lnTo>
                  <a:pt x="223242" y="232172"/>
                </a:lnTo>
                <a:lnTo>
                  <a:pt x="187523" y="232172"/>
                </a:lnTo>
                <a:lnTo>
                  <a:pt x="187523" y="116086"/>
                </a:lnTo>
                <a:lnTo>
                  <a:pt x="223242" y="116086"/>
                </a:lnTo>
                <a:close/>
                <a:moveTo>
                  <a:pt x="160734" y="116086"/>
                </a:moveTo>
                <a:lnTo>
                  <a:pt x="160734" y="232172"/>
                </a:lnTo>
                <a:lnTo>
                  <a:pt x="125016" y="232172"/>
                </a:lnTo>
                <a:lnTo>
                  <a:pt x="125016" y="116086"/>
                </a:lnTo>
                <a:lnTo>
                  <a:pt x="160734" y="116086"/>
                </a:lnTo>
                <a:close/>
                <a:moveTo>
                  <a:pt x="98227" y="116086"/>
                </a:moveTo>
                <a:lnTo>
                  <a:pt x="98227" y="232172"/>
                </a:lnTo>
                <a:lnTo>
                  <a:pt x="62508" y="232172"/>
                </a:lnTo>
                <a:lnTo>
                  <a:pt x="62508" y="116086"/>
                </a:lnTo>
                <a:lnTo>
                  <a:pt x="98227" y="116086"/>
                </a:lnTo>
                <a:close/>
                <a:moveTo>
                  <a:pt x="142875" y="53578"/>
                </a:moveTo>
                <a:cubicBezTo>
                  <a:pt x="152732" y="53578"/>
                  <a:pt x="160734" y="61581"/>
                  <a:pt x="160734" y="71438"/>
                </a:cubicBezTo>
                <a:cubicBezTo>
                  <a:pt x="160734" y="81294"/>
                  <a:pt x="152732" y="89297"/>
                  <a:pt x="142875" y="89297"/>
                </a:cubicBezTo>
                <a:cubicBezTo>
                  <a:pt x="133018" y="89297"/>
                  <a:pt x="125016" y="81294"/>
                  <a:pt x="125016" y="71438"/>
                </a:cubicBezTo>
                <a:cubicBezTo>
                  <a:pt x="125016" y="61581"/>
                  <a:pt x="133018" y="53578"/>
                  <a:pt x="142875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200900" y="2057400"/>
            <a:ext cx="170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00900" y="2362084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Organizations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8900" y="2781300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Universities, colleges, polytechnics, and schools seeking to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modernize their admissions process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improve applicant experience.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57950" y="38076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743700" y="3769519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and private universities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57950" y="41124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743700" y="4074319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and vocational institutions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7950" y="44172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743700" y="4379119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colleges and specialized schools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7950" y="47220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743700" y="4683919"/>
            <a:ext cx="235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certification programs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5335429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807717"/>
                </a:lnTo>
                <a:cubicBezTo>
                  <a:pt x="11418570" y="870845"/>
                  <a:pt x="11367395" y="922020"/>
                  <a:pt x="113042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4748B">
                <a:alpha val="20000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982" y="562499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35677" y="187523"/>
                </a:moveTo>
                <a:lnTo>
                  <a:pt x="107826" y="187523"/>
                </a:lnTo>
                <a:cubicBezTo>
                  <a:pt x="109768" y="230721"/>
                  <a:pt x="119345" y="270503"/>
                  <a:pt x="132941" y="299636"/>
                </a:cubicBezTo>
                <a:cubicBezTo>
                  <a:pt x="140576" y="316044"/>
                  <a:pt x="148813" y="327630"/>
                  <a:pt x="156448" y="334729"/>
                </a:cubicBezTo>
                <a:cubicBezTo>
                  <a:pt x="163949" y="341761"/>
                  <a:pt x="169106" y="342900"/>
                  <a:pt x="171785" y="342900"/>
                </a:cubicBezTo>
                <a:cubicBezTo>
                  <a:pt x="174464" y="342900"/>
                  <a:pt x="179621" y="341761"/>
                  <a:pt x="187122" y="334729"/>
                </a:cubicBezTo>
                <a:cubicBezTo>
                  <a:pt x="194756" y="327630"/>
                  <a:pt x="202994" y="315977"/>
                  <a:pt x="210629" y="299636"/>
                </a:cubicBezTo>
                <a:cubicBezTo>
                  <a:pt x="224224" y="270503"/>
                  <a:pt x="233802" y="230721"/>
                  <a:pt x="235744" y="187523"/>
                </a:cubicBezTo>
                <a:close/>
                <a:moveTo>
                  <a:pt x="107759" y="155377"/>
                </a:moveTo>
                <a:lnTo>
                  <a:pt x="235610" y="155377"/>
                </a:lnTo>
                <a:cubicBezTo>
                  <a:pt x="233735" y="112179"/>
                  <a:pt x="224157" y="72397"/>
                  <a:pt x="210562" y="43264"/>
                </a:cubicBezTo>
                <a:cubicBezTo>
                  <a:pt x="202927" y="26923"/>
                  <a:pt x="194690" y="15270"/>
                  <a:pt x="187055" y="8171"/>
                </a:cubicBezTo>
                <a:cubicBezTo>
                  <a:pt x="179554" y="1139"/>
                  <a:pt x="174397" y="0"/>
                  <a:pt x="171718" y="0"/>
                </a:cubicBezTo>
                <a:cubicBezTo>
                  <a:pt x="169039" y="0"/>
                  <a:pt x="163882" y="1139"/>
                  <a:pt x="156381" y="8171"/>
                </a:cubicBezTo>
                <a:cubicBezTo>
                  <a:pt x="148746" y="15270"/>
                  <a:pt x="140509" y="26923"/>
                  <a:pt x="132874" y="43264"/>
                </a:cubicBezTo>
                <a:cubicBezTo>
                  <a:pt x="119278" y="72397"/>
                  <a:pt x="109701" y="112179"/>
                  <a:pt x="107759" y="155377"/>
                </a:cubicBezTo>
                <a:close/>
                <a:moveTo>
                  <a:pt x="75612" y="155377"/>
                </a:moveTo>
                <a:cubicBezTo>
                  <a:pt x="77956" y="98048"/>
                  <a:pt x="92757" y="44805"/>
                  <a:pt x="114389" y="9845"/>
                </a:cubicBezTo>
                <a:cubicBezTo>
                  <a:pt x="52707" y="31678"/>
                  <a:pt x="7300" y="87868"/>
                  <a:pt x="1005" y="155377"/>
                </a:cubicBezTo>
                <a:lnTo>
                  <a:pt x="75612" y="155377"/>
                </a:lnTo>
                <a:close/>
                <a:moveTo>
                  <a:pt x="1005" y="187523"/>
                </a:moveTo>
                <a:cubicBezTo>
                  <a:pt x="7300" y="255032"/>
                  <a:pt x="52707" y="311222"/>
                  <a:pt x="114389" y="333055"/>
                </a:cubicBezTo>
                <a:cubicBezTo>
                  <a:pt x="92757" y="298095"/>
                  <a:pt x="77956" y="244852"/>
                  <a:pt x="75612" y="187523"/>
                </a:cubicBezTo>
                <a:lnTo>
                  <a:pt x="1005" y="187523"/>
                </a:lnTo>
                <a:close/>
                <a:moveTo>
                  <a:pt x="267824" y="187523"/>
                </a:moveTo>
                <a:cubicBezTo>
                  <a:pt x="265480" y="244852"/>
                  <a:pt x="250679" y="298095"/>
                  <a:pt x="229046" y="333055"/>
                </a:cubicBezTo>
                <a:cubicBezTo>
                  <a:pt x="290728" y="311155"/>
                  <a:pt x="336136" y="255032"/>
                  <a:pt x="342431" y="187523"/>
                </a:cubicBezTo>
                <a:lnTo>
                  <a:pt x="267824" y="187523"/>
                </a:lnTo>
                <a:close/>
                <a:moveTo>
                  <a:pt x="342431" y="155377"/>
                </a:moveTo>
                <a:cubicBezTo>
                  <a:pt x="336136" y="87868"/>
                  <a:pt x="290728" y="31678"/>
                  <a:pt x="229046" y="9845"/>
                </a:cubicBezTo>
                <a:cubicBezTo>
                  <a:pt x="250679" y="44805"/>
                  <a:pt x="265480" y="98048"/>
                  <a:pt x="267824" y="155377"/>
                </a:cubicBezTo>
                <a:lnTo>
                  <a:pt x="342431" y="15537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1160145" y="5529742"/>
            <a:ext cx="593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Focus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60145" y="5834542"/>
            <a:ext cx="591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Currently serving Nigerian institutions with expansion potential across Africa and globally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229713" y="5529742"/>
            <a:ext cx="7620" cy="533400"/>
          </a:xfrm>
          <a:custGeom>
            <a:avLst/>
            <a:gdLst/>
            <a:ahLst/>
            <a:cxnLst/>
            <a:rect l="l" t="t" r="r" b="b"/>
            <a:pathLst>
              <a:path w="7620" h="533400">
                <a:moveTo>
                  <a:pt x="0" y="0"/>
                </a:moveTo>
                <a:lnTo>
                  <a:pt x="7620" y="0"/>
                </a:lnTo>
                <a:lnTo>
                  <a:pt x="762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66886" y="5529742"/>
            <a:ext cx="77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3+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04986" y="5872642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03907" y="5529742"/>
            <a:ext cx="695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42007" y="5872642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56872" y="5529742"/>
            <a:ext cx="723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∞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94972" y="5872642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754" y="377754"/>
            <a:ext cx="1935988" cy="339978"/>
          </a:xfrm>
          <a:custGeom>
            <a:avLst/>
            <a:gdLst/>
            <a:ahLst/>
            <a:cxnLst/>
            <a:rect l="l" t="t" r="r" b="b"/>
            <a:pathLst>
              <a:path w="1935988" h="339978">
                <a:moveTo>
                  <a:pt x="75550" y="0"/>
                </a:moveTo>
                <a:lnTo>
                  <a:pt x="1860438" y="0"/>
                </a:lnTo>
                <a:cubicBezTo>
                  <a:pt x="1902163" y="0"/>
                  <a:pt x="1935988" y="33825"/>
                  <a:pt x="1935988" y="75550"/>
                </a:cubicBezTo>
                <a:lnTo>
                  <a:pt x="1935988" y="264428"/>
                </a:lnTo>
                <a:cubicBezTo>
                  <a:pt x="1935988" y="306153"/>
                  <a:pt x="1902163" y="339978"/>
                  <a:pt x="1860438" y="339978"/>
                </a:cubicBezTo>
                <a:lnTo>
                  <a:pt x="75550" y="339978"/>
                </a:lnTo>
                <a:cubicBezTo>
                  <a:pt x="33853" y="339978"/>
                  <a:pt x="0" y="306126"/>
                  <a:pt x="0" y="264428"/>
                </a:cubicBezTo>
                <a:lnTo>
                  <a:pt x="0" y="75550"/>
                </a:lnTo>
                <a:cubicBezTo>
                  <a:pt x="0" y="33825"/>
                  <a:pt x="33825" y="0"/>
                  <a:pt x="7555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8299" y="472192"/>
            <a:ext cx="169989" cy="151101"/>
          </a:xfrm>
          <a:custGeom>
            <a:avLst/>
            <a:gdLst/>
            <a:ahLst/>
            <a:cxnLst/>
            <a:rect l="l" t="t" r="r" b="b"/>
            <a:pathLst>
              <a:path w="169989" h="151101">
                <a:moveTo>
                  <a:pt x="141805" y="3040"/>
                </a:moveTo>
                <a:lnTo>
                  <a:pt x="76466" y="46629"/>
                </a:lnTo>
                <a:cubicBezTo>
                  <a:pt x="67878" y="52354"/>
                  <a:pt x="62418" y="61651"/>
                  <a:pt x="61533" y="71803"/>
                </a:cubicBezTo>
                <a:cubicBezTo>
                  <a:pt x="79919" y="75580"/>
                  <a:pt x="94409" y="90071"/>
                  <a:pt x="98216" y="108486"/>
                </a:cubicBezTo>
                <a:cubicBezTo>
                  <a:pt x="108398" y="107601"/>
                  <a:pt x="117664" y="102141"/>
                  <a:pt x="123390" y="93553"/>
                </a:cubicBezTo>
                <a:lnTo>
                  <a:pt x="166949" y="28184"/>
                </a:lnTo>
                <a:cubicBezTo>
                  <a:pt x="168927" y="25203"/>
                  <a:pt x="169989" y="21721"/>
                  <a:pt x="169989" y="18120"/>
                </a:cubicBezTo>
                <a:cubicBezTo>
                  <a:pt x="169989" y="8116"/>
                  <a:pt x="161873" y="0"/>
                  <a:pt x="151869" y="0"/>
                </a:cubicBezTo>
                <a:cubicBezTo>
                  <a:pt x="148298" y="0"/>
                  <a:pt x="144786" y="1062"/>
                  <a:pt x="141805" y="3040"/>
                </a:cubicBezTo>
                <a:close/>
                <a:moveTo>
                  <a:pt x="84995" y="118048"/>
                </a:moveTo>
                <a:cubicBezTo>
                  <a:pt x="84995" y="99780"/>
                  <a:pt x="70209" y="84995"/>
                  <a:pt x="51941" y="84995"/>
                </a:cubicBezTo>
                <a:cubicBezTo>
                  <a:pt x="33673" y="84995"/>
                  <a:pt x="18888" y="99780"/>
                  <a:pt x="18888" y="118048"/>
                </a:cubicBezTo>
                <a:cubicBezTo>
                  <a:pt x="18888" y="119199"/>
                  <a:pt x="18947" y="120350"/>
                  <a:pt x="19065" y="121471"/>
                </a:cubicBezTo>
                <a:cubicBezTo>
                  <a:pt x="19596" y="126636"/>
                  <a:pt x="16055" y="132214"/>
                  <a:pt x="10860" y="132214"/>
                </a:cubicBezTo>
                <a:lnTo>
                  <a:pt x="9444" y="132214"/>
                </a:lnTo>
                <a:cubicBezTo>
                  <a:pt x="4220" y="132214"/>
                  <a:pt x="0" y="136434"/>
                  <a:pt x="0" y="141658"/>
                </a:cubicBezTo>
                <a:cubicBezTo>
                  <a:pt x="0" y="146881"/>
                  <a:pt x="4220" y="151101"/>
                  <a:pt x="9444" y="151101"/>
                </a:cubicBezTo>
                <a:lnTo>
                  <a:pt x="51941" y="151101"/>
                </a:lnTo>
                <a:cubicBezTo>
                  <a:pt x="70209" y="151101"/>
                  <a:pt x="84995" y="136316"/>
                  <a:pt x="84995" y="11804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93283" y="453304"/>
            <a:ext cx="143546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52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Philosophy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7754" y="793283"/>
            <a:ext cx="11663145" cy="45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UI/UX Design Highlights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7754" y="1322138"/>
            <a:ext cx="11530931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7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User-centered design principles in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6641" y="1662116"/>
            <a:ext cx="5024124" cy="1227699"/>
          </a:xfrm>
          <a:custGeom>
            <a:avLst/>
            <a:gdLst/>
            <a:ahLst/>
            <a:cxnLst/>
            <a:rect l="l" t="t" r="r" b="b"/>
            <a:pathLst>
              <a:path w="5024124" h="1227699">
                <a:moveTo>
                  <a:pt x="37775" y="0"/>
                </a:moveTo>
                <a:lnTo>
                  <a:pt x="4910795" y="0"/>
                </a:lnTo>
                <a:cubicBezTo>
                  <a:pt x="4973385" y="0"/>
                  <a:pt x="5024124" y="50739"/>
                  <a:pt x="5024124" y="113329"/>
                </a:cubicBezTo>
                <a:lnTo>
                  <a:pt x="5024124" y="1114371"/>
                </a:lnTo>
                <a:cubicBezTo>
                  <a:pt x="5024124" y="1176960"/>
                  <a:pt x="4973385" y="1227699"/>
                  <a:pt x="4910795" y="1227699"/>
                </a:cubicBezTo>
                <a:lnTo>
                  <a:pt x="37775" y="1227699"/>
                </a:lnTo>
                <a:cubicBezTo>
                  <a:pt x="16913" y="1227699"/>
                  <a:pt x="0" y="1210787"/>
                  <a:pt x="0" y="1189924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658" dist="94438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6641" y="1662116"/>
            <a:ext cx="37775" cy="1227699"/>
          </a:xfrm>
          <a:custGeom>
            <a:avLst/>
            <a:gdLst/>
            <a:ahLst/>
            <a:cxnLst/>
            <a:rect l="l" t="t" r="r" b="b"/>
            <a:pathLst>
              <a:path w="37775" h="1227699">
                <a:moveTo>
                  <a:pt x="37775" y="0"/>
                </a:moveTo>
                <a:lnTo>
                  <a:pt x="37775" y="0"/>
                </a:lnTo>
                <a:lnTo>
                  <a:pt x="37775" y="1227699"/>
                </a:lnTo>
                <a:lnTo>
                  <a:pt x="37775" y="1227699"/>
                </a:lnTo>
                <a:cubicBezTo>
                  <a:pt x="16913" y="1227699"/>
                  <a:pt x="0" y="1210787"/>
                  <a:pt x="0" y="1189924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566631" y="1813218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7040" y="1945431"/>
            <a:ext cx="212486" cy="188877"/>
          </a:xfrm>
          <a:custGeom>
            <a:avLst/>
            <a:gdLst/>
            <a:ahLst/>
            <a:cxnLst/>
            <a:rect l="l" t="t" r="r" b="b"/>
            <a:pathLst>
              <a:path w="212486" h="188877">
                <a:moveTo>
                  <a:pt x="209019" y="20142"/>
                </a:moveTo>
                <a:cubicBezTo>
                  <a:pt x="213630" y="15531"/>
                  <a:pt x="213630" y="8042"/>
                  <a:pt x="209019" y="3431"/>
                </a:cubicBezTo>
                <a:cubicBezTo>
                  <a:pt x="204408" y="-1180"/>
                  <a:pt x="196919" y="-1180"/>
                  <a:pt x="192308" y="3431"/>
                </a:cubicBezTo>
                <a:lnTo>
                  <a:pt x="121479" y="74260"/>
                </a:lnTo>
                <a:lnTo>
                  <a:pt x="108678" y="61459"/>
                </a:lnTo>
                <a:cubicBezTo>
                  <a:pt x="107129" y="59909"/>
                  <a:pt x="104989" y="59024"/>
                  <a:pt x="102776" y="59024"/>
                </a:cubicBezTo>
                <a:cubicBezTo>
                  <a:pt x="98164" y="59024"/>
                  <a:pt x="94438" y="62750"/>
                  <a:pt x="94438" y="67361"/>
                </a:cubicBezTo>
                <a:lnTo>
                  <a:pt x="94438" y="78096"/>
                </a:lnTo>
                <a:lnTo>
                  <a:pt x="134390" y="118048"/>
                </a:lnTo>
                <a:lnTo>
                  <a:pt x="145125" y="118048"/>
                </a:lnTo>
                <a:cubicBezTo>
                  <a:pt x="149737" y="118048"/>
                  <a:pt x="153462" y="114322"/>
                  <a:pt x="153462" y="109711"/>
                </a:cubicBezTo>
                <a:cubicBezTo>
                  <a:pt x="153462" y="107497"/>
                  <a:pt x="152577" y="105358"/>
                  <a:pt x="151028" y="103808"/>
                </a:cubicBezTo>
                <a:lnTo>
                  <a:pt x="138227" y="91008"/>
                </a:lnTo>
                <a:lnTo>
                  <a:pt x="209056" y="20179"/>
                </a:lnTo>
                <a:close/>
                <a:moveTo>
                  <a:pt x="125832" y="130369"/>
                </a:moveTo>
                <a:lnTo>
                  <a:pt x="82117" y="86655"/>
                </a:lnTo>
                <a:cubicBezTo>
                  <a:pt x="66365" y="85290"/>
                  <a:pt x="50687" y="90971"/>
                  <a:pt x="39399" y="102259"/>
                </a:cubicBezTo>
                <a:lnTo>
                  <a:pt x="36447" y="105210"/>
                </a:lnTo>
                <a:cubicBezTo>
                  <a:pt x="28221" y="113437"/>
                  <a:pt x="23610" y="124578"/>
                  <a:pt x="23610" y="136198"/>
                </a:cubicBezTo>
                <a:cubicBezTo>
                  <a:pt x="23610" y="138706"/>
                  <a:pt x="26229" y="140330"/>
                  <a:pt x="28479" y="139223"/>
                </a:cubicBezTo>
                <a:lnTo>
                  <a:pt x="47330" y="129816"/>
                </a:lnTo>
                <a:cubicBezTo>
                  <a:pt x="49174" y="128894"/>
                  <a:pt x="50834" y="131328"/>
                  <a:pt x="49322" y="132730"/>
                </a:cubicBezTo>
                <a:lnTo>
                  <a:pt x="2693" y="174637"/>
                </a:lnTo>
                <a:cubicBezTo>
                  <a:pt x="996" y="176187"/>
                  <a:pt x="0" y="178400"/>
                  <a:pt x="0" y="180724"/>
                </a:cubicBezTo>
                <a:cubicBezTo>
                  <a:pt x="0" y="185225"/>
                  <a:pt x="3652" y="188877"/>
                  <a:pt x="8153" y="188877"/>
                </a:cubicBezTo>
                <a:lnTo>
                  <a:pt x="72083" y="188877"/>
                </a:lnTo>
                <a:cubicBezTo>
                  <a:pt x="86396" y="188877"/>
                  <a:pt x="100083" y="183196"/>
                  <a:pt x="110227" y="173088"/>
                </a:cubicBezTo>
                <a:cubicBezTo>
                  <a:pt x="121516" y="161800"/>
                  <a:pt x="127160" y="146121"/>
                  <a:pt x="125832" y="13036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171036" y="1813218"/>
            <a:ext cx="4183622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&amp; Intuitive Interface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1036" y="2115421"/>
            <a:ext cx="4174178" cy="62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Minimalist design</a:t>
            </a:r>
            <a:pPr>
              <a:lnSpc>
                <a:spcPct val="110000"/>
              </a:lnSpc>
            </a:pPr>
            <a:r>
              <a:rPr lang="en-US" sz="119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clutter, uses whitespace effectively, and presents information clearly for effortless navigation.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6641" y="3003142"/>
            <a:ext cx="5024124" cy="1227699"/>
          </a:xfrm>
          <a:custGeom>
            <a:avLst/>
            <a:gdLst/>
            <a:ahLst/>
            <a:cxnLst/>
            <a:rect l="l" t="t" r="r" b="b"/>
            <a:pathLst>
              <a:path w="5024124" h="1227699">
                <a:moveTo>
                  <a:pt x="37775" y="0"/>
                </a:moveTo>
                <a:lnTo>
                  <a:pt x="4910795" y="0"/>
                </a:lnTo>
                <a:cubicBezTo>
                  <a:pt x="4973385" y="0"/>
                  <a:pt x="5024124" y="50739"/>
                  <a:pt x="5024124" y="113329"/>
                </a:cubicBezTo>
                <a:lnTo>
                  <a:pt x="5024124" y="1114371"/>
                </a:lnTo>
                <a:cubicBezTo>
                  <a:pt x="5024124" y="1176960"/>
                  <a:pt x="4973385" y="1227699"/>
                  <a:pt x="4910795" y="1227699"/>
                </a:cubicBezTo>
                <a:lnTo>
                  <a:pt x="37775" y="1227699"/>
                </a:lnTo>
                <a:cubicBezTo>
                  <a:pt x="16913" y="1227699"/>
                  <a:pt x="0" y="1210787"/>
                  <a:pt x="0" y="1189924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658" dist="94438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6641" y="3003142"/>
            <a:ext cx="37775" cy="1227699"/>
          </a:xfrm>
          <a:custGeom>
            <a:avLst/>
            <a:gdLst/>
            <a:ahLst/>
            <a:cxnLst/>
            <a:rect l="l" t="t" r="r" b="b"/>
            <a:pathLst>
              <a:path w="37775" h="1227699">
                <a:moveTo>
                  <a:pt x="37775" y="0"/>
                </a:moveTo>
                <a:lnTo>
                  <a:pt x="37775" y="0"/>
                </a:lnTo>
                <a:lnTo>
                  <a:pt x="37775" y="1227699"/>
                </a:lnTo>
                <a:lnTo>
                  <a:pt x="37775" y="1227699"/>
                </a:lnTo>
                <a:cubicBezTo>
                  <a:pt x="16913" y="1227699"/>
                  <a:pt x="0" y="1210787"/>
                  <a:pt x="0" y="1189924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631" y="3154243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98844" y="3286457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188877" y="35414"/>
                </a:moveTo>
                <a:cubicBezTo>
                  <a:pt x="188877" y="53933"/>
                  <a:pt x="167075" y="81564"/>
                  <a:pt x="157668" y="92594"/>
                </a:cubicBezTo>
                <a:cubicBezTo>
                  <a:pt x="156266" y="94217"/>
                  <a:pt x="154200" y="94844"/>
                  <a:pt x="152319" y="94438"/>
                </a:cubicBezTo>
                <a:lnTo>
                  <a:pt x="118048" y="94438"/>
                </a:lnTo>
                <a:cubicBezTo>
                  <a:pt x="111518" y="94438"/>
                  <a:pt x="106243" y="99714"/>
                  <a:pt x="106243" y="106243"/>
                </a:cubicBezTo>
                <a:cubicBezTo>
                  <a:pt x="106243" y="112773"/>
                  <a:pt x="111518" y="118048"/>
                  <a:pt x="118048" y="118048"/>
                </a:cubicBezTo>
                <a:lnTo>
                  <a:pt x="153462" y="118048"/>
                </a:lnTo>
                <a:cubicBezTo>
                  <a:pt x="173014" y="118048"/>
                  <a:pt x="188877" y="133911"/>
                  <a:pt x="188877" y="153462"/>
                </a:cubicBezTo>
                <a:cubicBezTo>
                  <a:pt x="188877" y="173014"/>
                  <a:pt x="173014" y="188877"/>
                  <a:pt x="153462" y="188877"/>
                </a:cubicBezTo>
                <a:lnTo>
                  <a:pt x="51498" y="188877"/>
                </a:lnTo>
                <a:cubicBezTo>
                  <a:pt x="54708" y="185225"/>
                  <a:pt x="58618" y="180540"/>
                  <a:pt x="62565" y="175301"/>
                </a:cubicBezTo>
                <a:cubicBezTo>
                  <a:pt x="64890" y="172203"/>
                  <a:pt x="67287" y="168809"/>
                  <a:pt x="69575" y="165267"/>
                </a:cubicBezTo>
                <a:lnTo>
                  <a:pt x="153462" y="165267"/>
                </a:lnTo>
                <a:cubicBezTo>
                  <a:pt x="159992" y="165267"/>
                  <a:pt x="165267" y="159992"/>
                  <a:pt x="165267" y="153462"/>
                </a:cubicBezTo>
                <a:cubicBezTo>
                  <a:pt x="165267" y="146933"/>
                  <a:pt x="159992" y="141658"/>
                  <a:pt x="153462" y="141658"/>
                </a:cubicBezTo>
                <a:lnTo>
                  <a:pt x="118048" y="141658"/>
                </a:lnTo>
                <a:cubicBezTo>
                  <a:pt x="98496" y="141658"/>
                  <a:pt x="82634" y="125795"/>
                  <a:pt x="82634" y="106243"/>
                </a:cubicBezTo>
                <a:cubicBezTo>
                  <a:pt x="82634" y="86692"/>
                  <a:pt x="98496" y="70829"/>
                  <a:pt x="118048" y="70829"/>
                </a:cubicBezTo>
                <a:lnTo>
                  <a:pt x="132730" y="70829"/>
                </a:lnTo>
                <a:cubicBezTo>
                  <a:pt x="124983" y="59208"/>
                  <a:pt x="118048" y="45854"/>
                  <a:pt x="118048" y="35414"/>
                </a:cubicBezTo>
                <a:cubicBezTo>
                  <a:pt x="118048" y="15863"/>
                  <a:pt x="133911" y="0"/>
                  <a:pt x="153462" y="0"/>
                </a:cubicBezTo>
                <a:cubicBezTo>
                  <a:pt x="173014" y="0"/>
                  <a:pt x="188877" y="15863"/>
                  <a:pt x="188877" y="35414"/>
                </a:cubicBezTo>
                <a:close/>
                <a:moveTo>
                  <a:pt x="43198" y="180429"/>
                </a:moveTo>
                <a:cubicBezTo>
                  <a:pt x="41796" y="182015"/>
                  <a:pt x="40542" y="183417"/>
                  <a:pt x="39472" y="184598"/>
                </a:cubicBezTo>
                <a:lnTo>
                  <a:pt x="38808" y="185335"/>
                </a:lnTo>
                <a:lnTo>
                  <a:pt x="38735" y="185262"/>
                </a:lnTo>
                <a:cubicBezTo>
                  <a:pt x="36521" y="186959"/>
                  <a:pt x="33349" y="186737"/>
                  <a:pt x="31357" y="184598"/>
                </a:cubicBezTo>
                <a:cubicBezTo>
                  <a:pt x="22060" y="174490"/>
                  <a:pt x="0" y="148482"/>
                  <a:pt x="0" y="129853"/>
                </a:cubicBezTo>
                <a:cubicBezTo>
                  <a:pt x="0" y="110301"/>
                  <a:pt x="15863" y="94438"/>
                  <a:pt x="35414" y="94438"/>
                </a:cubicBezTo>
                <a:cubicBezTo>
                  <a:pt x="54966" y="94438"/>
                  <a:pt x="70829" y="110301"/>
                  <a:pt x="70829" y="129853"/>
                </a:cubicBezTo>
                <a:cubicBezTo>
                  <a:pt x="70829" y="140920"/>
                  <a:pt x="63045" y="154569"/>
                  <a:pt x="54782" y="165968"/>
                </a:cubicBezTo>
                <a:cubicBezTo>
                  <a:pt x="50834" y="171391"/>
                  <a:pt x="46777" y="176297"/>
                  <a:pt x="43420" y="180171"/>
                </a:cubicBezTo>
                <a:lnTo>
                  <a:pt x="43198" y="180429"/>
                </a:lnTo>
                <a:close/>
                <a:moveTo>
                  <a:pt x="47219" y="129853"/>
                </a:moveTo>
                <a:cubicBezTo>
                  <a:pt x="47219" y="123338"/>
                  <a:pt x="41930" y="118048"/>
                  <a:pt x="35414" y="118048"/>
                </a:cubicBezTo>
                <a:cubicBezTo>
                  <a:pt x="28899" y="118048"/>
                  <a:pt x="23610" y="123338"/>
                  <a:pt x="23610" y="129853"/>
                </a:cubicBezTo>
                <a:cubicBezTo>
                  <a:pt x="23610" y="136368"/>
                  <a:pt x="28899" y="141658"/>
                  <a:pt x="35414" y="141658"/>
                </a:cubicBezTo>
                <a:cubicBezTo>
                  <a:pt x="41930" y="141658"/>
                  <a:pt x="47219" y="136368"/>
                  <a:pt x="47219" y="129853"/>
                </a:cubicBezTo>
                <a:close/>
                <a:moveTo>
                  <a:pt x="153462" y="47219"/>
                </a:moveTo>
                <a:cubicBezTo>
                  <a:pt x="159978" y="47219"/>
                  <a:pt x="165267" y="41930"/>
                  <a:pt x="165267" y="35414"/>
                </a:cubicBezTo>
                <a:cubicBezTo>
                  <a:pt x="165267" y="28899"/>
                  <a:pt x="159978" y="23610"/>
                  <a:pt x="153462" y="23610"/>
                </a:cubicBezTo>
                <a:cubicBezTo>
                  <a:pt x="146947" y="23610"/>
                  <a:pt x="141658" y="28899"/>
                  <a:pt x="141658" y="35414"/>
                </a:cubicBezTo>
                <a:cubicBezTo>
                  <a:pt x="141658" y="41930"/>
                  <a:pt x="146947" y="47219"/>
                  <a:pt x="153462" y="472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036" y="3154243"/>
            <a:ext cx="4183622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Navigation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1036" y="3456446"/>
            <a:ext cx="4174178" cy="62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disclosure</a:t>
            </a:r>
            <a:pPr>
              <a:lnSpc>
                <a:spcPct val="110000"/>
              </a:lnSpc>
            </a:pPr>
            <a:r>
              <a:rPr lang="en-US" sz="119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breaks complex forms into manageable sections with clear indicators of current position and remaining steps.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6641" y="4344167"/>
            <a:ext cx="5024124" cy="1019935"/>
          </a:xfrm>
          <a:custGeom>
            <a:avLst/>
            <a:gdLst/>
            <a:ahLst/>
            <a:cxnLst/>
            <a:rect l="l" t="t" r="r" b="b"/>
            <a:pathLst>
              <a:path w="5024124" h="1019935">
                <a:moveTo>
                  <a:pt x="37775" y="0"/>
                </a:moveTo>
                <a:lnTo>
                  <a:pt x="4910799" y="0"/>
                </a:lnTo>
                <a:cubicBezTo>
                  <a:pt x="4973387" y="0"/>
                  <a:pt x="5024124" y="50737"/>
                  <a:pt x="5024124" y="113325"/>
                </a:cubicBezTo>
                <a:lnTo>
                  <a:pt x="5024124" y="906610"/>
                </a:lnTo>
                <a:cubicBezTo>
                  <a:pt x="5024124" y="969198"/>
                  <a:pt x="4973387" y="1019935"/>
                  <a:pt x="4910799" y="1019935"/>
                </a:cubicBezTo>
                <a:lnTo>
                  <a:pt x="37775" y="1019935"/>
                </a:lnTo>
                <a:cubicBezTo>
                  <a:pt x="16913" y="1019935"/>
                  <a:pt x="0" y="1003022"/>
                  <a:pt x="0" y="982160"/>
                </a:cubicBezTo>
                <a:lnTo>
                  <a:pt x="0" y="37775"/>
                </a:lnTo>
                <a:cubicBezTo>
                  <a:pt x="0" y="16927"/>
                  <a:pt x="16927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658" dist="94438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6641" y="4344167"/>
            <a:ext cx="37775" cy="1019935"/>
          </a:xfrm>
          <a:custGeom>
            <a:avLst/>
            <a:gdLst/>
            <a:ahLst/>
            <a:cxnLst/>
            <a:rect l="l" t="t" r="r" b="b"/>
            <a:pathLst>
              <a:path w="37775" h="1019935">
                <a:moveTo>
                  <a:pt x="37775" y="0"/>
                </a:moveTo>
                <a:lnTo>
                  <a:pt x="37775" y="0"/>
                </a:lnTo>
                <a:lnTo>
                  <a:pt x="37775" y="1019935"/>
                </a:lnTo>
                <a:lnTo>
                  <a:pt x="37775" y="1019935"/>
                </a:lnTo>
                <a:cubicBezTo>
                  <a:pt x="16913" y="1019935"/>
                  <a:pt x="0" y="1003022"/>
                  <a:pt x="0" y="982160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631" y="4495269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2454" y="4627483"/>
            <a:ext cx="141658" cy="188877"/>
          </a:xfrm>
          <a:custGeom>
            <a:avLst/>
            <a:gdLst/>
            <a:ahLst/>
            <a:cxnLst/>
            <a:rect l="l" t="t" r="r" b="b"/>
            <a:pathLst>
              <a:path w="141658" h="188877">
                <a:moveTo>
                  <a:pt x="5902" y="23610"/>
                </a:moveTo>
                <a:cubicBezTo>
                  <a:pt x="5902" y="10587"/>
                  <a:pt x="16490" y="0"/>
                  <a:pt x="29512" y="0"/>
                </a:cubicBezTo>
                <a:lnTo>
                  <a:pt x="112146" y="0"/>
                </a:lnTo>
                <a:cubicBezTo>
                  <a:pt x="125168" y="0"/>
                  <a:pt x="135755" y="10587"/>
                  <a:pt x="135755" y="23610"/>
                </a:cubicBezTo>
                <a:lnTo>
                  <a:pt x="135755" y="165267"/>
                </a:lnTo>
                <a:cubicBezTo>
                  <a:pt x="135755" y="178289"/>
                  <a:pt x="125168" y="188877"/>
                  <a:pt x="112146" y="188877"/>
                </a:cubicBezTo>
                <a:lnTo>
                  <a:pt x="29512" y="188877"/>
                </a:lnTo>
                <a:cubicBezTo>
                  <a:pt x="16490" y="188877"/>
                  <a:pt x="5902" y="178289"/>
                  <a:pt x="5902" y="165267"/>
                </a:cubicBezTo>
                <a:lnTo>
                  <a:pt x="5902" y="23610"/>
                </a:lnTo>
                <a:close/>
                <a:moveTo>
                  <a:pt x="29512" y="23610"/>
                </a:moveTo>
                <a:lnTo>
                  <a:pt x="29512" y="135755"/>
                </a:lnTo>
                <a:lnTo>
                  <a:pt x="112146" y="135755"/>
                </a:lnTo>
                <a:lnTo>
                  <a:pt x="112146" y="23610"/>
                </a:lnTo>
                <a:lnTo>
                  <a:pt x="29512" y="23610"/>
                </a:lnTo>
                <a:close/>
                <a:moveTo>
                  <a:pt x="70829" y="174121"/>
                </a:moveTo>
                <a:cubicBezTo>
                  <a:pt x="77358" y="174121"/>
                  <a:pt x="82634" y="168846"/>
                  <a:pt x="82634" y="162316"/>
                </a:cubicBezTo>
                <a:cubicBezTo>
                  <a:pt x="82634" y="155787"/>
                  <a:pt x="77358" y="150511"/>
                  <a:pt x="70829" y="150511"/>
                </a:cubicBezTo>
                <a:cubicBezTo>
                  <a:pt x="64299" y="150511"/>
                  <a:pt x="59024" y="155787"/>
                  <a:pt x="59024" y="162316"/>
                </a:cubicBezTo>
                <a:cubicBezTo>
                  <a:pt x="59024" y="168846"/>
                  <a:pt x="64299" y="174121"/>
                  <a:pt x="70829" y="17412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171036" y="4495269"/>
            <a:ext cx="4183622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Responsiveness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1036" y="4797472"/>
            <a:ext cx="4174178" cy="41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Fluid layouts</a:t>
            </a:r>
            <a:pPr>
              <a:lnSpc>
                <a:spcPct val="110000"/>
              </a:lnSpc>
            </a:pPr>
            <a:r>
              <a:rPr lang="en-US" sz="119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 seamlessly to any screen size, ensuring full functionality on smartphones, tablets, and desktops.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6641" y="5477428"/>
            <a:ext cx="5024124" cy="1227699"/>
          </a:xfrm>
          <a:custGeom>
            <a:avLst/>
            <a:gdLst/>
            <a:ahLst/>
            <a:cxnLst/>
            <a:rect l="l" t="t" r="r" b="b"/>
            <a:pathLst>
              <a:path w="5024124" h="1227699">
                <a:moveTo>
                  <a:pt x="37775" y="0"/>
                </a:moveTo>
                <a:lnTo>
                  <a:pt x="4910795" y="0"/>
                </a:lnTo>
                <a:cubicBezTo>
                  <a:pt x="4973385" y="0"/>
                  <a:pt x="5024124" y="50739"/>
                  <a:pt x="5024124" y="113329"/>
                </a:cubicBezTo>
                <a:lnTo>
                  <a:pt x="5024124" y="1114371"/>
                </a:lnTo>
                <a:cubicBezTo>
                  <a:pt x="5024124" y="1176960"/>
                  <a:pt x="4973385" y="1227699"/>
                  <a:pt x="4910795" y="1227699"/>
                </a:cubicBezTo>
                <a:lnTo>
                  <a:pt x="37775" y="1227699"/>
                </a:lnTo>
                <a:cubicBezTo>
                  <a:pt x="16913" y="1227699"/>
                  <a:pt x="0" y="1210787"/>
                  <a:pt x="0" y="1189924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658" dist="94438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6641" y="5477428"/>
            <a:ext cx="37775" cy="1227699"/>
          </a:xfrm>
          <a:custGeom>
            <a:avLst/>
            <a:gdLst/>
            <a:ahLst/>
            <a:cxnLst/>
            <a:rect l="l" t="t" r="r" b="b"/>
            <a:pathLst>
              <a:path w="37775" h="1227699">
                <a:moveTo>
                  <a:pt x="37775" y="0"/>
                </a:moveTo>
                <a:lnTo>
                  <a:pt x="37775" y="0"/>
                </a:lnTo>
                <a:lnTo>
                  <a:pt x="37775" y="1227699"/>
                </a:lnTo>
                <a:lnTo>
                  <a:pt x="37775" y="1227699"/>
                </a:lnTo>
                <a:cubicBezTo>
                  <a:pt x="16913" y="1227699"/>
                  <a:pt x="0" y="1210787"/>
                  <a:pt x="0" y="1189924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631" y="5628530"/>
            <a:ext cx="453304" cy="453304"/>
          </a:xfrm>
          <a:custGeom>
            <a:avLst/>
            <a:gdLst/>
            <a:ahLst/>
            <a:cxnLst/>
            <a:rect l="l" t="t" r="r" b="b"/>
            <a:pathLst>
              <a:path w="453304" h="453304">
                <a:moveTo>
                  <a:pt x="75552" y="0"/>
                </a:moveTo>
                <a:lnTo>
                  <a:pt x="377752" y="0"/>
                </a:lnTo>
                <a:cubicBezTo>
                  <a:pt x="419451" y="0"/>
                  <a:pt x="453304" y="33854"/>
                  <a:pt x="453304" y="75552"/>
                </a:cubicBezTo>
                <a:lnTo>
                  <a:pt x="453304" y="377752"/>
                </a:lnTo>
                <a:cubicBezTo>
                  <a:pt x="453304" y="419451"/>
                  <a:pt x="419451" y="453304"/>
                  <a:pt x="377752" y="453304"/>
                </a:cubicBezTo>
                <a:lnTo>
                  <a:pt x="75552" y="453304"/>
                </a:lnTo>
                <a:cubicBezTo>
                  <a:pt x="33854" y="453304"/>
                  <a:pt x="0" y="419451"/>
                  <a:pt x="0" y="377752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98844" y="5760744"/>
            <a:ext cx="188877" cy="188877"/>
          </a:xfrm>
          <a:custGeom>
            <a:avLst/>
            <a:gdLst/>
            <a:ahLst/>
            <a:cxnLst/>
            <a:rect l="l" t="t" r="r" b="b"/>
            <a:pathLst>
              <a:path w="188877" h="188877">
                <a:moveTo>
                  <a:pt x="0" y="94438"/>
                </a:moveTo>
                <a:cubicBezTo>
                  <a:pt x="0" y="42316"/>
                  <a:pt x="42316" y="0"/>
                  <a:pt x="94438" y="0"/>
                </a:cubicBezTo>
                <a:cubicBezTo>
                  <a:pt x="146560" y="0"/>
                  <a:pt x="188877" y="42316"/>
                  <a:pt x="188877" y="94438"/>
                </a:cubicBezTo>
                <a:cubicBezTo>
                  <a:pt x="188877" y="146560"/>
                  <a:pt x="146560" y="188877"/>
                  <a:pt x="94438" y="188877"/>
                </a:cubicBezTo>
                <a:cubicBezTo>
                  <a:pt x="42316" y="188877"/>
                  <a:pt x="0" y="146560"/>
                  <a:pt x="0" y="94438"/>
                </a:cubicBezTo>
                <a:close/>
                <a:moveTo>
                  <a:pt x="59577" y="62676"/>
                </a:moveTo>
                <a:cubicBezTo>
                  <a:pt x="55077" y="60758"/>
                  <a:pt x="49875" y="62824"/>
                  <a:pt x="47957" y="67324"/>
                </a:cubicBezTo>
                <a:cubicBezTo>
                  <a:pt x="46039" y="71825"/>
                  <a:pt x="48105" y="77026"/>
                  <a:pt x="52605" y="78945"/>
                </a:cubicBezTo>
                <a:lnTo>
                  <a:pt x="56995" y="80826"/>
                </a:lnTo>
                <a:cubicBezTo>
                  <a:pt x="63377" y="83556"/>
                  <a:pt x="69980" y="85585"/>
                  <a:pt x="76768" y="86839"/>
                </a:cubicBezTo>
                <a:lnTo>
                  <a:pt x="76768" y="105321"/>
                </a:lnTo>
                <a:cubicBezTo>
                  <a:pt x="76768" y="106907"/>
                  <a:pt x="76510" y="108494"/>
                  <a:pt x="75993" y="109969"/>
                </a:cubicBezTo>
                <a:lnTo>
                  <a:pt x="65406" y="141731"/>
                </a:lnTo>
                <a:cubicBezTo>
                  <a:pt x="63857" y="146380"/>
                  <a:pt x="66365" y="151397"/>
                  <a:pt x="71013" y="152946"/>
                </a:cubicBezTo>
                <a:cubicBezTo>
                  <a:pt x="75661" y="154495"/>
                  <a:pt x="80678" y="151987"/>
                  <a:pt x="82228" y="147339"/>
                </a:cubicBezTo>
                <a:lnTo>
                  <a:pt x="91229" y="120335"/>
                </a:lnTo>
                <a:cubicBezTo>
                  <a:pt x="91709" y="118933"/>
                  <a:pt x="93000" y="117974"/>
                  <a:pt x="94475" y="117974"/>
                </a:cubicBezTo>
                <a:cubicBezTo>
                  <a:pt x="95951" y="117974"/>
                  <a:pt x="97279" y="118933"/>
                  <a:pt x="97722" y="120335"/>
                </a:cubicBezTo>
                <a:lnTo>
                  <a:pt x="106723" y="147339"/>
                </a:lnTo>
                <a:cubicBezTo>
                  <a:pt x="108272" y="151987"/>
                  <a:pt x="113289" y="154495"/>
                  <a:pt x="117937" y="152946"/>
                </a:cubicBezTo>
                <a:cubicBezTo>
                  <a:pt x="122585" y="151397"/>
                  <a:pt x="125057" y="146453"/>
                  <a:pt x="123508" y="141805"/>
                </a:cubicBezTo>
                <a:lnTo>
                  <a:pt x="112920" y="110043"/>
                </a:lnTo>
                <a:cubicBezTo>
                  <a:pt x="112404" y="108530"/>
                  <a:pt x="112146" y="106981"/>
                  <a:pt x="112146" y="105395"/>
                </a:cubicBezTo>
                <a:lnTo>
                  <a:pt x="112146" y="86913"/>
                </a:lnTo>
                <a:cubicBezTo>
                  <a:pt x="118933" y="85622"/>
                  <a:pt x="125537" y="83630"/>
                  <a:pt x="131919" y="80900"/>
                </a:cubicBezTo>
                <a:lnTo>
                  <a:pt x="136309" y="79018"/>
                </a:lnTo>
                <a:cubicBezTo>
                  <a:pt x="140809" y="77100"/>
                  <a:pt x="142875" y="71899"/>
                  <a:pt x="140957" y="67398"/>
                </a:cubicBezTo>
                <a:cubicBezTo>
                  <a:pt x="139038" y="62897"/>
                  <a:pt x="133837" y="60832"/>
                  <a:pt x="129336" y="62750"/>
                </a:cubicBezTo>
                <a:lnTo>
                  <a:pt x="124946" y="64558"/>
                </a:lnTo>
                <a:cubicBezTo>
                  <a:pt x="115318" y="68689"/>
                  <a:pt x="104952" y="70829"/>
                  <a:pt x="94438" y="70829"/>
                </a:cubicBezTo>
                <a:cubicBezTo>
                  <a:pt x="83925" y="70829"/>
                  <a:pt x="73596" y="68689"/>
                  <a:pt x="63930" y="64558"/>
                </a:cubicBezTo>
                <a:lnTo>
                  <a:pt x="59540" y="62676"/>
                </a:lnTo>
                <a:close/>
                <a:moveTo>
                  <a:pt x="94438" y="59024"/>
                </a:moveTo>
                <a:cubicBezTo>
                  <a:pt x="102582" y="59024"/>
                  <a:pt x="109194" y="52412"/>
                  <a:pt x="109194" y="44268"/>
                </a:cubicBezTo>
                <a:cubicBezTo>
                  <a:pt x="109194" y="36124"/>
                  <a:pt x="102582" y="29512"/>
                  <a:pt x="94438" y="29512"/>
                </a:cubicBezTo>
                <a:cubicBezTo>
                  <a:pt x="86294" y="29512"/>
                  <a:pt x="79682" y="36124"/>
                  <a:pt x="79682" y="44268"/>
                </a:cubicBezTo>
                <a:cubicBezTo>
                  <a:pt x="79682" y="52412"/>
                  <a:pt x="86294" y="59024"/>
                  <a:pt x="94438" y="590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1171036" y="5628530"/>
            <a:ext cx="4183622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 Focus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71036" y="5930733"/>
            <a:ext cx="4174178" cy="62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WCAG-compliant design</a:t>
            </a:r>
            <a:pPr>
              <a:lnSpc>
                <a:spcPct val="110000"/>
              </a:lnSpc>
            </a:pPr>
            <a:r>
              <a:rPr lang="en-US" sz="119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usability for all, including proper contrast ratios, keyboard navigation, and screen reader support.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43876" y="1662116"/>
            <a:ext cx="6166829" cy="4816359"/>
          </a:xfrm>
          <a:custGeom>
            <a:avLst/>
            <a:gdLst/>
            <a:ahLst/>
            <a:cxnLst/>
            <a:rect l="l" t="t" r="r" b="b"/>
            <a:pathLst>
              <a:path w="6166829" h="4816359">
                <a:moveTo>
                  <a:pt x="151089" y="0"/>
                </a:moveTo>
                <a:lnTo>
                  <a:pt x="6015740" y="0"/>
                </a:lnTo>
                <a:cubicBezTo>
                  <a:pt x="6099184" y="0"/>
                  <a:pt x="6166829" y="67645"/>
                  <a:pt x="6166829" y="151089"/>
                </a:cubicBezTo>
                <a:lnTo>
                  <a:pt x="6166829" y="4665270"/>
                </a:lnTo>
                <a:cubicBezTo>
                  <a:pt x="6166829" y="4748714"/>
                  <a:pt x="6099184" y="4816359"/>
                  <a:pt x="6015740" y="4816359"/>
                </a:cubicBezTo>
                <a:lnTo>
                  <a:pt x="151089" y="4816359"/>
                </a:lnTo>
                <a:cubicBezTo>
                  <a:pt x="67645" y="4816359"/>
                  <a:pt x="0" y="4748714"/>
                  <a:pt x="0" y="4665270"/>
                </a:cubicBezTo>
                <a:lnTo>
                  <a:pt x="0" y="151089"/>
                </a:lnTo>
                <a:cubicBezTo>
                  <a:pt x="0" y="67701"/>
                  <a:pt x="67701" y="0"/>
                  <a:pt x="151089" y="0"/>
                </a:cubicBezTo>
                <a:close/>
              </a:path>
            </a:pathLst>
          </a:custGeom>
          <a:solidFill>
            <a:srgbClr val="1E3A5F"/>
          </a:solidFill>
          <a:ln/>
          <a:effectLst>
            <a:outerShdw sx="100000" sy="100000" kx="0" ky="0" algn="bl" rotWithShape="0" blurRad="236096" dist="188877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61084" y="1888653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28332" y="14166"/>
                </a:moveTo>
                <a:cubicBezTo>
                  <a:pt x="12705" y="14166"/>
                  <a:pt x="0" y="26871"/>
                  <a:pt x="0" y="42497"/>
                </a:cubicBezTo>
                <a:lnTo>
                  <a:pt x="0" y="155823"/>
                </a:lnTo>
                <a:cubicBezTo>
                  <a:pt x="0" y="171450"/>
                  <a:pt x="12705" y="184155"/>
                  <a:pt x="28332" y="184155"/>
                </a:cubicBezTo>
                <a:lnTo>
                  <a:pt x="92077" y="184155"/>
                </a:lnTo>
                <a:lnTo>
                  <a:pt x="84995" y="205404"/>
                </a:lnTo>
                <a:lnTo>
                  <a:pt x="53122" y="205404"/>
                </a:lnTo>
                <a:cubicBezTo>
                  <a:pt x="47234" y="205404"/>
                  <a:pt x="42497" y="210140"/>
                  <a:pt x="42497" y="216028"/>
                </a:cubicBezTo>
                <a:cubicBezTo>
                  <a:pt x="42497" y="221916"/>
                  <a:pt x="47234" y="226652"/>
                  <a:pt x="53122" y="226652"/>
                </a:cubicBezTo>
                <a:lnTo>
                  <a:pt x="173531" y="226652"/>
                </a:lnTo>
                <a:cubicBezTo>
                  <a:pt x="179418" y="226652"/>
                  <a:pt x="184155" y="221916"/>
                  <a:pt x="184155" y="216028"/>
                </a:cubicBezTo>
                <a:cubicBezTo>
                  <a:pt x="184155" y="210140"/>
                  <a:pt x="179418" y="205404"/>
                  <a:pt x="173531" y="205404"/>
                </a:cubicBezTo>
                <a:lnTo>
                  <a:pt x="141658" y="205404"/>
                </a:lnTo>
                <a:lnTo>
                  <a:pt x="134575" y="184155"/>
                </a:lnTo>
                <a:lnTo>
                  <a:pt x="198321" y="184155"/>
                </a:lnTo>
                <a:cubicBezTo>
                  <a:pt x="213947" y="184155"/>
                  <a:pt x="226652" y="171450"/>
                  <a:pt x="226652" y="155823"/>
                </a:cubicBezTo>
                <a:lnTo>
                  <a:pt x="226652" y="42497"/>
                </a:lnTo>
                <a:cubicBezTo>
                  <a:pt x="226652" y="26871"/>
                  <a:pt x="213947" y="14166"/>
                  <a:pt x="198321" y="14166"/>
                </a:cubicBezTo>
                <a:lnTo>
                  <a:pt x="28332" y="14166"/>
                </a:lnTo>
                <a:close/>
                <a:moveTo>
                  <a:pt x="42497" y="42497"/>
                </a:moveTo>
                <a:lnTo>
                  <a:pt x="184155" y="42497"/>
                </a:lnTo>
                <a:cubicBezTo>
                  <a:pt x="191990" y="42497"/>
                  <a:pt x="198321" y="48828"/>
                  <a:pt x="198321" y="56663"/>
                </a:cubicBezTo>
                <a:lnTo>
                  <a:pt x="198321" y="127492"/>
                </a:lnTo>
                <a:cubicBezTo>
                  <a:pt x="198321" y="135327"/>
                  <a:pt x="191990" y="141658"/>
                  <a:pt x="184155" y="141658"/>
                </a:cubicBezTo>
                <a:lnTo>
                  <a:pt x="42497" y="141658"/>
                </a:lnTo>
                <a:cubicBezTo>
                  <a:pt x="34662" y="141658"/>
                  <a:pt x="28332" y="135327"/>
                  <a:pt x="28332" y="127492"/>
                </a:cubicBezTo>
                <a:lnTo>
                  <a:pt x="28332" y="56663"/>
                </a:lnTo>
                <a:cubicBezTo>
                  <a:pt x="28332" y="48828"/>
                  <a:pt x="34662" y="42497"/>
                  <a:pt x="42497" y="4249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116068" y="1850993"/>
            <a:ext cx="5619086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Preview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32753" y="2228631"/>
            <a:ext cx="5789075" cy="3635879"/>
          </a:xfrm>
          <a:custGeom>
            <a:avLst/>
            <a:gdLst/>
            <a:ahLst/>
            <a:cxnLst/>
            <a:rect l="l" t="t" r="r" b="b"/>
            <a:pathLst>
              <a:path w="5789075" h="3635879">
                <a:moveTo>
                  <a:pt x="113330" y="0"/>
                </a:moveTo>
                <a:lnTo>
                  <a:pt x="5675745" y="0"/>
                </a:lnTo>
                <a:cubicBezTo>
                  <a:pt x="5738335" y="0"/>
                  <a:pt x="5789075" y="50740"/>
                  <a:pt x="5789075" y="113330"/>
                </a:cubicBezTo>
                <a:lnTo>
                  <a:pt x="5789075" y="3522549"/>
                </a:lnTo>
                <a:cubicBezTo>
                  <a:pt x="5789075" y="3585139"/>
                  <a:pt x="5738335" y="3635879"/>
                  <a:pt x="5675745" y="3635879"/>
                </a:cubicBezTo>
                <a:lnTo>
                  <a:pt x="113330" y="3635879"/>
                </a:lnTo>
                <a:cubicBezTo>
                  <a:pt x="50740" y="3635879"/>
                  <a:pt x="0" y="3585139"/>
                  <a:pt x="0" y="3522549"/>
                </a:cubicBezTo>
                <a:lnTo>
                  <a:pt x="0" y="113330"/>
                </a:lnTo>
                <a:cubicBezTo>
                  <a:pt x="0" y="50740"/>
                  <a:pt x="50740" y="0"/>
                  <a:pt x="11333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983854" y="2761264"/>
            <a:ext cx="5486872" cy="7555"/>
          </a:xfrm>
          <a:custGeom>
            <a:avLst/>
            <a:gdLst/>
            <a:ahLst/>
            <a:cxnLst/>
            <a:rect l="l" t="t" r="r" b="b"/>
            <a:pathLst>
              <a:path w="5486872" h="7555">
                <a:moveTo>
                  <a:pt x="0" y="0"/>
                </a:moveTo>
                <a:lnTo>
                  <a:pt x="5486872" y="0"/>
                </a:lnTo>
                <a:lnTo>
                  <a:pt x="5486872" y="7555"/>
                </a:lnTo>
                <a:lnTo>
                  <a:pt x="0" y="7555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83854" y="2455284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0"/>
                </a:moveTo>
                <a:lnTo>
                  <a:pt x="56663" y="0"/>
                </a:lnTo>
                <a:cubicBezTo>
                  <a:pt x="87957" y="0"/>
                  <a:pt x="113326" y="25369"/>
                  <a:pt x="113326" y="56663"/>
                </a:cubicBezTo>
                <a:lnTo>
                  <a:pt x="113326" y="56663"/>
                </a:lnTo>
                <a:cubicBezTo>
                  <a:pt x="113326" y="87957"/>
                  <a:pt x="87957" y="113326"/>
                  <a:pt x="56663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7" name="Shape 35"/>
          <p:cNvSpPr/>
          <p:nvPr/>
        </p:nvSpPr>
        <p:spPr>
          <a:xfrm>
            <a:off x="6172731" y="2455284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0"/>
                </a:moveTo>
                <a:lnTo>
                  <a:pt x="56663" y="0"/>
                </a:lnTo>
                <a:cubicBezTo>
                  <a:pt x="87957" y="0"/>
                  <a:pt x="113326" y="25369"/>
                  <a:pt x="113326" y="56663"/>
                </a:cubicBezTo>
                <a:lnTo>
                  <a:pt x="113326" y="56663"/>
                </a:lnTo>
                <a:cubicBezTo>
                  <a:pt x="113326" y="87957"/>
                  <a:pt x="87957" y="113326"/>
                  <a:pt x="56663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361608" y="2455284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0"/>
                </a:moveTo>
                <a:lnTo>
                  <a:pt x="56663" y="0"/>
                </a:lnTo>
                <a:cubicBezTo>
                  <a:pt x="87957" y="0"/>
                  <a:pt x="113326" y="25369"/>
                  <a:pt x="113326" y="56663"/>
                </a:cubicBezTo>
                <a:lnTo>
                  <a:pt x="113326" y="56663"/>
                </a:lnTo>
                <a:cubicBezTo>
                  <a:pt x="113326" y="87957"/>
                  <a:pt x="87957" y="113326"/>
                  <a:pt x="56663" y="113326"/>
                </a:cubicBezTo>
                <a:lnTo>
                  <a:pt x="56663" y="113326"/>
                </a:lnTo>
                <a:cubicBezTo>
                  <a:pt x="25369" y="113326"/>
                  <a:pt x="0" y="87957"/>
                  <a:pt x="0" y="56663"/>
                </a:cubicBezTo>
                <a:lnTo>
                  <a:pt x="0" y="56663"/>
                </a:lnTo>
                <a:cubicBezTo>
                  <a:pt x="0" y="25369"/>
                  <a:pt x="25369" y="0"/>
                  <a:pt x="56663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9" name="Shape 37"/>
          <p:cNvSpPr/>
          <p:nvPr/>
        </p:nvSpPr>
        <p:spPr>
          <a:xfrm>
            <a:off x="6550485" y="2379733"/>
            <a:ext cx="4920242" cy="264428"/>
          </a:xfrm>
          <a:custGeom>
            <a:avLst/>
            <a:gdLst/>
            <a:ahLst/>
            <a:cxnLst/>
            <a:rect l="l" t="t" r="r" b="b"/>
            <a:pathLst>
              <a:path w="4920242" h="264428">
                <a:moveTo>
                  <a:pt x="75550" y="0"/>
                </a:moveTo>
                <a:lnTo>
                  <a:pt x="4844692" y="0"/>
                </a:lnTo>
                <a:cubicBezTo>
                  <a:pt x="4886417" y="0"/>
                  <a:pt x="4920242" y="33825"/>
                  <a:pt x="4920242" y="75550"/>
                </a:cubicBezTo>
                <a:lnTo>
                  <a:pt x="4920242" y="188878"/>
                </a:lnTo>
                <a:cubicBezTo>
                  <a:pt x="4920242" y="230603"/>
                  <a:pt x="4886417" y="264428"/>
                  <a:pt x="4844692" y="264428"/>
                </a:cubicBezTo>
                <a:lnTo>
                  <a:pt x="75550" y="264428"/>
                </a:lnTo>
                <a:cubicBezTo>
                  <a:pt x="33825" y="264428"/>
                  <a:pt x="0" y="230603"/>
                  <a:pt x="0" y="188878"/>
                </a:cubicBezTo>
                <a:lnTo>
                  <a:pt x="0" y="75550"/>
                </a:lnTo>
                <a:cubicBezTo>
                  <a:pt x="0" y="33825"/>
                  <a:pt x="33825" y="0"/>
                  <a:pt x="7555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17431" y="2379733"/>
            <a:ext cx="4986349" cy="264428"/>
          </a:xfrm>
          <a:prstGeom prst="rect">
            <a:avLst/>
          </a:prstGeom>
          <a:noFill/>
          <a:ln/>
        </p:spPr>
        <p:txBody>
          <a:bodyPr wrap="square" lIns="113326" tIns="37775" rIns="113326" bIns="37775" rtlCol="0" anchor="ctr"/>
          <a:lstStyle/>
          <a:p>
            <a:pPr algn="ctr">
              <a:lnSpc>
                <a:spcPct val="120000"/>
              </a:lnSpc>
            </a:pPr>
            <a:r>
              <a:rPr lang="en-US" sz="104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flexiapply.vercel.app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83854" y="2878366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75551" y="0"/>
                </a:moveTo>
                <a:lnTo>
                  <a:pt x="226652" y="0"/>
                </a:lnTo>
                <a:cubicBezTo>
                  <a:pt x="268350" y="0"/>
                  <a:pt x="302203" y="33853"/>
                  <a:pt x="302203" y="75551"/>
                </a:cubicBezTo>
                <a:lnTo>
                  <a:pt x="302203" y="226652"/>
                </a:lnTo>
                <a:cubicBezTo>
                  <a:pt x="302203" y="268350"/>
                  <a:pt x="268350" y="302203"/>
                  <a:pt x="226652" y="302203"/>
                </a:cubicBezTo>
                <a:lnTo>
                  <a:pt x="75551" y="302203"/>
                </a:lnTo>
                <a:cubicBezTo>
                  <a:pt x="33853" y="302203"/>
                  <a:pt x="0" y="268350"/>
                  <a:pt x="0" y="226652"/>
                </a:cubicBezTo>
                <a:lnTo>
                  <a:pt x="0" y="75551"/>
                </a:lnTo>
                <a:cubicBezTo>
                  <a:pt x="0" y="33825"/>
                  <a:pt x="33825" y="0"/>
                  <a:pt x="7555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6062947" y="2963360"/>
            <a:ext cx="148741" cy="132214"/>
          </a:xfrm>
          <a:custGeom>
            <a:avLst/>
            <a:gdLst/>
            <a:ahLst/>
            <a:cxnLst/>
            <a:rect l="l" t="t" r="r" b="b"/>
            <a:pathLst>
              <a:path w="148741" h="132214">
                <a:moveTo>
                  <a:pt x="12395" y="50561"/>
                </a:moveTo>
                <a:lnTo>
                  <a:pt x="66417" y="72795"/>
                </a:lnTo>
                <a:cubicBezTo>
                  <a:pt x="68947" y="73828"/>
                  <a:pt x="71633" y="74370"/>
                  <a:pt x="74370" y="74370"/>
                </a:cubicBezTo>
                <a:cubicBezTo>
                  <a:pt x="77107" y="74370"/>
                  <a:pt x="79793" y="73828"/>
                  <a:pt x="82324" y="72795"/>
                </a:cubicBezTo>
                <a:lnTo>
                  <a:pt x="144919" y="47024"/>
                </a:lnTo>
                <a:cubicBezTo>
                  <a:pt x="147243" y="46068"/>
                  <a:pt x="148741" y="43822"/>
                  <a:pt x="148741" y="41317"/>
                </a:cubicBezTo>
                <a:cubicBezTo>
                  <a:pt x="148741" y="38812"/>
                  <a:pt x="147243" y="36565"/>
                  <a:pt x="144919" y="35610"/>
                </a:cubicBezTo>
                <a:lnTo>
                  <a:pt x="82324" y="9839"/>
                </a:lnTo>
                <a:cubicBezTo>
                  <a:pt x="79793" y="8806"/>
                  <a:pt x="77107" y="8263"/>
                  <a:pt x="74370" y="8263"/>
                </a:cubicBezTo>
                <a:cubicBezTo>
                  <a:pt x="71633" y="8263"/>
                  <a:pt x="68947" y="8806"/>
                  <a:pt x="66417" y="9839"/>
                </a:cubicBezTo>
                <a:lnTo>
                  <a:pt x="3822" y="35610"/>
                </a:lnTo>
                <a:cubicBezTo>
                  <a:pt x="1498" y="36565"/>
                  <a:pt x="0" y="38812"/>
                  <a:pt x="0" y="41317"/>
                </a:cubicBezTo>
                <a:lnTo>
                  <a:pt x="0" y="117753"/>
                </a:lnTo>
                <a:cubicBezTo>
                  <a:pt x="0" y="121187"/>
                  <a:pt x="2763" y="123950"/>
                  <a:pt x="6198" y="123950"/>
                </a:cubicBezTo>
                <a:cubicBezTo>
                  <a:pt x="9632" y="123950"/>
                  <a:pt x="12395" y="121187"/>
                  <a:pt x="12395" y="117753"/>
                </a:cubicBezTo>
                <a:lnTo>
                  <a:pt x="12395" y="50561"/>
                </a:lnTo>
                <a:close/>
                <a:moveTo>
                  <a:pt x="24790" y="69077"/>
                </a:moveTo>
                <a:lnTo>
                  <a:pt x="24790" y="99160"/>
                </a:lnTo>
                <a:cubicBezTo>
                  <a:pt x="24790" y="112847"/>
                  <a:pt x="46998" y="123950"/>
                  <a:pt x="74370" y="123950"/>
                </a:cubicBezTo>
                <a:cubicBezTo>
                  <a:pt x="101743" y="123950"/>
                  <a:pt x="123950" y="112847"/>
                  <a:pt x="123950" y="99160"/>
                </a:cubicBezTo>
                <a:lnTo>
                  <a:pt x="123950" y="69051"/>
                </a:lnTo>
                <a:lnTo>
                  <a:pt x="87049" y="84260"/>
                </a:lnTo>
                <a:cubicBezTo>
                  <a:pt x="83021" y="85913"/>
                  <a:pt x="78734" y="86765"/>
                  <a:pt x="74370" y="86765"/>
                </a:cubicBezTo>
                <a:cubicBezTo>
                  <a:pt x="70006" y="86765"/>
                  <a:pt x="65720" y="85913"/>
                  <a:pt x="61691" y="84260"/>
                </a:cubicBezTo>
                <a:lnTo>
                  <a:pt x="24790" y="690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61608" y="2916141"/>
            <a:ext cx="75550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FlexiApply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148943" y="2916141"/>
            <a:ext cx="604406" cy="226652"/>
          </a:xfrm>
          <a:custGeom>
            <a:avLst/>
            <a:gdLst/>
            <a:ahLst/>
            <a:cxnLst/>
            <a:rect l="l" t="t" r="r" b="b"/>
            <a:pathLst>
              <a:path w="604406" h="226652">
                <a:moveTo>
                  <a:pt x="37776" y="0"/>
                </a:moveTo>
                <a:lnTo>
                  <a:pt x="566630" y="0"/>
                </a:lnTo>
                <a:cubicBezTo>
                  <a:pt x="587493" y="0"/>
                  <a:pt x="604406" y="16913"/>
                  <a:pt x="604406" y="37776"/>
                </a:cubicBezTo>
                <a:lnTo>
                  <a:pt x="604406" y="188876"/>
                </a:lnTo>
                <a:cubicBezTo>
                  <a:pt x="604406" y="209739"/>
                  <a:pt x="587493" y="226652"/>
                  <a:pt x="566630" y="226652"/>
                </a:cubicBezTo>
                <a:lnTo>
                  <a:pt x="37776" y="226652"/>
                </a:lnTo>
                <a:cubicBezTo>
                  <a:pt x="16927" y="226652"/>
                  <a:pt x="0" y="209725"/>
                  <a:pt x="0" y="188876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66675" y="2916141"/>
            <a:ext cx="604406" cy="226652"/>
          </a:xfrm>
          <a:custGeom>
            <a:avLst/>
            <a:gdLst/>
            <a:ahLst/>
            <a:cxnLst/>
            <a:rect l="l" t="t" r="r" b="b"/>
            <a:pathLst>
              <a:path w="604406" h="226652">
                <a:moveTo>
                  <a:pt x="37776" y="0"/>
                </a:moveTo>
                <a:lnTo>
                  <a:pt x="566630" y="0"/>
                </a:lnTo>
                <a:cubicBezTo>
                  <a:pt x="587493" y="0"/>
                  <a:pt x="604406" y="16913"/>
                  <a:pt x="604406" y="37776"/>
                </a:cubicBezTo>
                <a:lnTo>
                  <a:pt x="604406" y="188876"/>
                </a:lnTo>
                <a:cubicBezTo>
                  <a:pt x="604406" y="209739"/>
                  <a:pt x="587493" y="226652"/>
                  <a:pt x="566630" y="226652"/>
                </a:cubicBezTo>
                <a:lnTo>
                  <a:pt x="37776" y="226652"/>
                </a:lnTo>
                <a:cubicBezTo>
                  <a:pt x="16927" y="226652"/>
                  <a:pt x="0" y="209725"/>
                  <a:pt x="0" y="188876"/>
                </a:cubicBezTo>
                <a:lnTo>
                  <a:pt x="0" y="37776"/>
                </a:lnTo>
                <a:cubicBezTo>
                  <a:pt x="0" y="16927"/>
                  <a:pt x="16927" y="0"/>
                  <a:pt x="377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Shape 44"/>
          <p:cNvSpPr/>
          <p:nvPr/>
        </p:nvSpPr>
        <p:spPr>
          <a:xfrm>
            <a:off x="5983854" y="3256120"/>
            <a:ext cx="5486872" cy="1095486"/>
          </a:xfrm>
          <a:custGeom>
            <a:avLst/>
            <a:gdLst/>
            <a:ahLst/>
            <a:cxnLst/>
            <a:rect l="l" t="t" r="r" b="b"/>
            <a:pathLst>
              <a:path w="5486872" h="1095486">
                <a:moveTo>
                  <a:pt x="75556" y="0"/>
                </a:moveTo>
                <a:lnTo>
                  <a:pt x="5411317" y="0"/>
                </a:lnTo>
                <a:cubicBezTo>
                  <a:pt x="5453045" y="0"/>
                  <a:pt x="5486872" y="33827"/>
                  <a:pt x="5486872" y="75556"/>
                </a:cubicBezTo>
                <a:lnTo>
                  <a:pt x="5486872" y="1019930"/>
                </a:lnTo>
                <a:cubicBezTo>
                  <a:pt x="5486872" y="1061658"/>
                  <a:pt x="5453045" y="1095486"/>
                  <a:pt x="5411317" y="1095486"/>
                </a:cubicBezTo>
                <a:lnTo>
                  <a:pt x="75556" y="1095486"/>
                </a:lnTo>
                <a:cubicBezTo>
                  <a:pt x="33827" y="1095486"/>
                  <a:pt x="0" y="1061658"/>
                  <a:pt x="0" y="1019930"/>
                </a:cubicBezTo>
                <a:lnTo>
                  <a:pt x="0" y="75556"/>
                </a:lnTo>
                <a:cubicBezTo>
                  <a:pt x="0" y="33827"/>
                  <a:pt x="33827" y="0"/>
                  <a:pt x="75556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134956" y="3407221"/>
            <a:ext cx="5269664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Your Path to Success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34956" y="3709424"/>
            <a:ext cx="5241332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and apply to top institutions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34956" y="3935956"/>
            <a:ext cx="5184669" cy="264428"/>
          </a:xfrm>
          <a:custGeom>
            <a:avLst/>
            <a:gdLst/>
            <a:ahLst/>
            <a:cxnLst/>
            <a:rect l="l" t="t" r="r" b="b"/>
            <a:pathLst>
              <a:path w="5184669" h="264428">
                <a:moveTo>
                  <a:pt x="75550" y="0"/>
                </a:moveTo>
                <a:lnTo>
                  <a:pt x="5109120" y="0"/>
                </a:lnTo>
                <a:cubicBezTo>
                  <a:pt x="5150845" y="0"/>
                  <a:pt x="5184669" y="33825"/>
                  <a:pt x="5184669" y="75550"/>
                </a:cubicBezTo>
                <a:lnTo>
                  <a:pt x="5184669" y="188878"/>
                </a:lnTo>
                <a:cubicBezTo>
                  <a:pt x="5184669" y="230603"/>
                  <a:pt x="5150845" y="264428"/>
                  <a:pt x="5109120" y="264428"/>
                </a:cubicBezTo>
                <a:lnTo>
                  <a:pt x="75550" y="264428"/>
                </a:lnTo>
                <a:cubicBezTo>
                  <a:pt x="33825" y="264428"/>
                  <a:pt x="0" y="230603"/>
                  <a:pt x="0" y="188878"/>
                </a:cubicBezTo>
                <a:lnTo>
                  <a:pt x="0" y="75550"/>
                </a:lnTo>
                <a:cubicBezTo>
                  <a:pt x="0" y="33825"/>
                  <a:pt x="33825" y="0"/>
                  <a:pt x="755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134956" y="3935956"/>
            <a:ext cx="5241332" cy="264428"/>
          </a:xfrm>
          <a:prstGeom prst="rect">
            <a:avLst/>
          </a:prstGeom>
          <a:noFill/>
          <a:ln/>
        </p:spPr>
        <p:txBody>
          <a:bodyPr wrap="square" lIns="113326" tIns="56663" rIns="113326" bIns="56663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institutions...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987632" y="4430698"/>
            <a:ext cx="1773554" cy="970827"/>
          </a:xfrm>
          <a:custGeom>
            <a:avLst/>
            <a:gdLst/>
            <a:ahLst/>
            <a:cxnLst/>
            <a:rect l="l" t="t" r="r" b="b"/>
            <a:pathLst>
              <a:path w="1773554" h="970827">
                <a:moveTo>
                  <a:pt x="75550" y="0"/>
                </a:moveTo>
                <a:lnTo>
                  <a:pt x="1698004" y="0"/>
                </a:lnTo>
                <a:cubicBezTo>
                  <a:pt x="1739729" y="0"/>
                  <a:pt x="1773554" y="33825"/>
                  <a:pt x="1773554" y="75550"/>
                </a:cubicBezTo>
                <a:lnTo>
                  <a:pt x="1773554" y="895277"/>
                </a:lnTo>
                <a:cubicBezTo>
                  <a:pt x="1773554" y="937002"/>
                  <a:pt x="1739729" y="970827"/>
                  <a:pt x="1698004" y="970827"/>
                </a:cubicBezTo>
                <a:lnTo>
                  <a:pt x="75550" y="970827"/>
                </a:lnTo>
                <a:cubicBezTo>
                  <a:pt x="33853" y="970827"/>
                  <a:pt x="0" y="936974"/>
                  <a:pt x="0" y="895277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solidFill>
            <a:srgbClr val="F8FAFC"/>
          </a:solidFill>
          <a:ln w="10160">
            <a:solidFill>
              <a:srgbClr val="64748B">
                <a:alpha val="1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66960" y="4510025"/>
            <a:ext cx="1614897" cy="453304"/>
          </a:xfrm>
          <a:custGeom>
            <a:avLst/>
            <a:gdLst/>
            <a:ahLst/>
            <a:cxnLst/>
            <a:rect l="l" t="t" r="r" b="b"/>
            <a:pathLst>
              <a:path w="1614897" h="453304">
                <a:moveTo>
                  <a:pt x="37774" y="0"/>
                </a:moveTo>
                <a:lnTo>
                  <a:pt x="1577123" y="0"/>
                </a:lnTo>
                <a:cubicBezTo>
                  <a:pt x="1597971" y="0"/>
                  <a:pt x="1614897" y="16926"/>
                  <a:pt x="1614897" y="37774"/>
                </a:cubicBezTo>
                <a:lnTo>
                  <a:pt x="1614897" y="415531"/>
                </a:lnTo>
                <a:cubicBezTo>
                  <a:pt x="1614897" y="436392"/>
                  <a:pt x="1597985" y="453304"/>
                  <a:pt x="1577123" y="453304"/>
                </a:cubicBezTo>
                <a:lnTo>
                  <a:pt x="37774" y="453304"/>
                </a:lnTo>
                <a:cubicBezTo>
                  <a:pt x="16926" y="453304"/>
                  <a:pt x="0" y="436379"/>
                  <a:pt x="0" y="415531"/>
                </a:cubicBezTo>
                <a:lnTo>
                  <a:pt x="0" y="37774"/>
                </a:lnTo>
                <a:cubicBezTo>
                  <a:pt x="0" y="16912"/>
                  <a:pt x="16912" y="0"/>
                  <a:pt x="37774" y="0"/>
                </a:cubicBezTo>
                <a:close/>
              </a:path>
            </a:pathLst>
          </a:custGeom>
          <a:solidFill>
            <a:srgbClr val="64748B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066960" y="5001105"/>
            <a:ext cx="1671560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Name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066960" y="5170974"/>
            <a:ext cx="1671560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841812" y="4430698"/>
            <a:ext cx="1773554" cy="970827"/>
          </a:xfrm>
          <a:custGeom>
            <a:avLst/>
            <a:gdLst/>
            <a:ahLst/>
            <a:cxnLst/>
            <a:rect l="l" t="t" r="r" b="b"/>
            <a:pathLst>
              <a:path w="1773554" h="970827">
                <a:moveTo>
                  <a:pt x="75550" y="0"/>
                </a:moveTo>
                <a:lnTo>
                  <a:pt x="1698004" y="0"/>
                </a:lnTo>
                <a:cubicBezTo>
                  <a:pt x="1739729" y="0"/>
                  <a:pt x="1773554" y="33825"/>
                  <a:pt x="1773554" y="75550"/>
                </a:cubicBezTo>
                <a:lnTo>
                  <a:pt x="1773554" y="895277"/>
                </a:lnTo>
                <a:cubicBezTo>
                  <a:pt x="1773554" y="937002"/>
                  <a:pt x="1739729" y="970827"/>
                  <a:pt x="1698004" y="970827"/>
                </a:cubicBezTo>
                <a:lnTo>
                  <a:pt x="75550" y="970827"/>
                </a:lnTo>
                <a:cubicBezTo>
                  <a:pt x="33853" y="970827"/>
                  <a:pt x="0" y="936974"/>
                  <a:pt x="0" y="895277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solidFill>
            <a:srgbClr val="F8FAFC"/>
          </a:solidFill>
          <a:ln w="10160">
            <a:solidFill>
              <a:srgbClr val="64748B">
                <a:alpha val="1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21141" y="4510025"/>
            <a:ext cx="1614897" cy="453304"/>
          </a:xfrm>
          <a:custGeom>
            <a:avLst/>
            <a:gdLst/>
            <a:ahLst/>
            <a:cxnLst/>
            <a:rect l="l" t="t" r="r" b="b"/>
            <a:pathLst>
              <a:path w="1614897" h="453304">
                <a:moveTo>
                  <a:pt x="37774" y="0"/>
                </a:moveTo>
                <a:lnTo>
                  <a:pt x="1577123" y="0"/>
                </a:lnTo>
                <a:cubicBezTo>
                  <a:pt x="1597971" y="0"/>
                  <a:pt x="1614897" y="16926"/>
                  <a:pt x="1614897" y="37774"/>
                </a:cubicBezTo>
                <a:lnTo>
                  <a:pt x="1614897" y="415531"/>
                </a:lnTo>
                <a:cubicBezTo>
                  <a:pt x="1614897" y="436392"/>
                  <a:pt x="1597985" y="453304"/>
                  <a:pt x="1577123" y="453304"/>
                </a:cubicBezTo>
                <a:lnTo>
                  <a:pt x="37774" y="453304"/>
                </a:lnTo>
                <a:cubicBezTo>
                  <a:pt x="16926" y="453304"/>
                  <a:pt x="0" y="436379"/>
                  <a:pt x="0" y="415531"/>
                </a:cubicBezTo>
                <a:lnTo>
                  <a:pt x="0" y="37774"/>
                </a:lnTo>
                <a:cubicBezTo>
                  <a:pt x="0" y="16912"/>
                  <a:pt x="16912" y="0"/>
                  <a:pt x="37774" y="0"/>
                </a:cubicBezTo>
                <a:close/>
              </a:path>
            </a:pathLst>
          </a:custGeom>
          <a:solidFill>
            <a:srgbClr val="64748B">
              <a:alpha val="1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921141" y="5001105"/>
            <a:ext cx="1671560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Name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921141" y="5170974"/>
            <a:ext cx="1671560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696111" y="4430698"/>
            <a:ext cx="1773554" cy="970827"/>
          </a:xfrm>
          <a:custGeom>
            <a:avLst/>
            <a:gdLst/>
            <a:ahLst/>
            <a:cxnLst/>
            <a:rect l="l" t="t" r="r" b="b"/>
            <a:pathLst>
              <a:path w="1773554" h="970827">
                <a:moveTo>
                  <a:pt x="75550" y="0"/>
                </a:moveTo>
                <a:lnTo>
                  <a:pt x="1698004" y="0"/>
                </a:lnTo>
                <a:cubicBezTo>
                  <a:pt x="1739729" y="0"/>
                  <a:pt x="1773554" y="33825"/>
                  <a:pt x="1773554" y="75550"/>
                </a:cubicBezTo>
                <a:lnTo>
                  <a:pt x="1773554" y="895277"/>
                </a:lnTo>
                <a:cubicBezTo>
                  <a:pt x="1773554" y="937002"/>
                  <a:pt x="1739729" y="970827"/>
                  <a:pt x="1698004" y="970827"/>
                </a:cubicBezTo>
                <a:lnTo>
                  <a:pt x="75550" y="970827"/>
                </a:lnTo>
                <a:cubicBezTo>
                  <a:pt x="33853" y="970827"/>
                  <a:pt x="0" y="936974"/>
                  <a:pt x="0" y="895277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solidFill>
            <a:srgbClr val="F8FAFC"/>
          </a:solidFill>
          <a:ln w="10160">
            <a:solidFill>
              <a:srgbClr val="64748B">
                <a:alpha val="1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75439" y="4510025"/>
            <a:ext cx="1614897" cy="453304"/>
          </a:xfrm>
          <a:custGeom>
            <a:avLst/>
            <a:gdLst/>
            <a:ahLst/>
            <a:cxnLst/>
            <a:rect l="l" t="t" r="r" b="b"/>
            <a:pathLst>
              <a:path w="1614897" h="453304">
                <a:moveTo>
                  <a:pt x="37774" y="0"/>
                </a:moveTo>
                <a:lnTo>
                  <a:pt x="1577123" y="0"/>
                </a:lnTo>
                <a:cubicBezTo>
                  <a:pt x="1597971" y="0"/>
                  <a:pt x="1614897" y="16926"/>
                  <a:pt x="1614897" y="37774"/>
                </a:cubicBezTo>
                <a:lnTo>
                  <a:pt x="1614897" y="415531"/>
                </a:lnTo>
                <a:cubicBezTo>
                  <a:pt x="1614897" y="436392"/>
                  <a:pt x="1597985" y="453304"/>
                  <a:pt x="1577123" y="453304"/>
                </a:cubicBezTo>
                <a:lnTo>
                  <a:pt x="37774" y="453304"/>
                </a:lnTo>
                <a:cubicBezTo>
                  <a:pt x="16926" y="453304"/>
                  <a:pt x="0" y="436379"/>
                  <a:pt x="0" y="415531"/>
                </a:cubicBezTo>
                <a:lnTo>
                  <a:pt x="0" y="37774"/>
                </a:lnTo>
                <a:cubicBezTo>
                  <a:pt x="0" y="16912"/>
                  <a:pt x="16912" y="0"/>
                  <a:pt x="37774" y="0"/>
                </a:cubicBezTo>
                <a:close/>
              </a:path>
            </a:pathLst>
          </a:custGeom>
          <a:solidFill>
            <a:srgbClr val="64748B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775439" y="5001105"/>
            <a:ext cx="1671560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Name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775439" y="5170974"/>
            <a:ext cx="1671560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832753" y="5983620"/>
            <a:ext cx="5789075" cy="7555"/>
          </a:xfrm>
          <a:custGeom>
            <a:avLst/>
            <a:gdLst/>
            <a:ahLst/>
            <a:cxnLst/>
            <a:rect l="l" t="t" r="r" b="b"/>
            <a:pathLst>
              <a:path w="5789075" h="7555">
                <a:moveTo>
                  <a:pt x="0" y="0"/>
                </a:moveTo>
                <a:lnTo>
                  <a:pt x="5789075" y="0"/>
                </a:lnTo>
                <a:lnTo>
                  <a:pt x="5789075" y="7555"/>
                </a:lnTo>
                <a:lnTo>
                  <a:pt x="0" y="75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5851641" y="6129053"/>
            <a:ext cx="132214" cy="132214"/>
          </a:xfrm>
          <a:custGeom>
            <a:avLst/>
            <a:gdLst/>
            <a:ahLst/>
            <a:cxnLst/>
            <a:rect l="l" t="t" r="r" b="b"/>
            <a:pathLst>
              <a:path w="132214" h="132214">
                <a:moveTo>
                  <a:pt x="132214" y="66107"/>
                </a:moveTo>
                <a:cubicBezTo>
                  <a:pt x="132214" y="66339"/>
                  <a:pt x="132214" y="66572"/>
                  <a:pt x="132214" y="66804"/>
                </a:cubicBezTo>
                <a:cubicBezTo>
                  <a:pt x="132110" y="76230"/>
                  <a:pt x="123537" y="82634"/>
                  <a:pt x="114112" y="82634"/>
                </a:cubicBezTo>
                <a:lnTo>
                  <a:pt x="88831" y="82634"/>
                </a:lnTo>
                <a:cubicBezTo>
                  <a:pt x="81988" y="82634"/>
                  <a:pt x="76436" y="88186"/>
                  <a:pt x="76436" y="95029"/>
                </a:cubicBezTo>
                <a:cubicBezTo>
                  <a:pt x="76436" y="95907"/>
                  <a:pt x="76539" y="96759"/>
                  <a:pt x="76694" y="97585"/>
                </a:cubicBezTo>
                <a:cubicBezTo>
                  <a:pt x="77237" y="100219"/>
                  <a:pt x="78373" y="102750"/>
                  <a:pt x="79483" y="105306"/>
                </a:cubicBezTo>
                <a:cubicBezTo>
                  <a:pt x="81058" y="108870"/>
                  <a:pt x="82608" y="112408"/>
                  <a:pt x="82608" y="116152"/>
                </a:cubicBezTo>
                <a:cubicBezTo>
                  <a:pt x="82608" y="124364"/>
                  <a:pt x="77030" y="131826"/>
                  <a:pt x="68818" y="132162"/>
                </a:cubicBezTo>
                <a:cubicBezTo>
                  <a:pt x="67915" y="132188"/>
                  <a:pt x="67011" y="132214"/>
                  <a:pt x="66081" y="132214"/>
                </a:cubicBezTo>
                <a:cubicBezTo>
                  <a:pt x="29567" y="132214"/>
                  <a:pt x="-26" y="102621"/>
                  <a:pt x="-26" y="66107"/>
                </a:cubicBezTo>
                <a:cubicBezTo>
                  <a:pt x="-26" y="29593"/>
                  <a:pt x="29593" y="0"/>
                  <a:pt x="66107" y="0"/>
                </a:cubicBezTo>
                <a:cubicBezTo>
                  <a:pt x="102621" y="0"/>
                  <a:pt x="132214" y="29593"/>
                  <a:pt x="132214" y="66107"/>
                </a:cubicBezTo>
                <a:close/>
                <a:moveTo>
                  <a:pt x="33053" y="74370"/>
                </a:moveTo>
                <a:cubicBezTo>
                  <a:pt x="33053" y="69810"/>
                  <a:pt x="29351" y="66107"/>
                  <a:pt x="24790" y="66107"/>
                </a:cubicBezTo>
                <a:cubicBezTo>
                  <a:pt x="20229" y="66107"/>
                  <a:pt x="16527" y="69810"/>
                  <a:pt x="16527" y="74370"/>
                </a:cubicBezTo>
                <a:cubicBezTo>
                  <a:pt x="16527" y="78931"/>
                  <a:pt x="20229" y="82634"/>
                  <a:pt x="24790" y="82634"/>
                </a:cubicBezTo>
                <a:cubicBezTo>
                  <a:pt x="29351" y="82634"/>
                  <a:pt x="33053" y="78931"/>
                  <a:pt x="33053" y="74370"/>
                </a:cubicBezTo>
                <a:close/>
                <a:moveTo>
                  <a:pt x="33053" y="49580"/>
                </a:moveTo>
                <a:cubicBezTo>
                  <a:pt x="37614" y="49580"/>
                  <a:pt x="41317" y="45877"/>
                  <a:pt x="41317" y="41317"/>
                </a:cubicBezTo>
                <a:cubicBezTo>
                  <a:pt x="41317" y="36756"/>
                  <a:pt x="37614" y="33053"/>
                  <a:pt x="33053" y="33053"/>
                </a:cubicBezTo>
                <a:cubicBezTo>
                  <a:pt x="28493" y="33053"/>
                  <a:pt x="24790" y="36756"/>
                  <a:pt x="24790" y="41317"/>
                </a:cubicBezTo>
                <a:cubicBezTo>
                  <a:pt x="24790" y="45877"/>
                  <a:pt x="28493" y="49580"/>
                  <a:pt x="33053" y="49580"/>
                </a:cubicBezTo>
                <a:close/>
                <a:moveTo>
                  <a:pt x="74370" y="24790"/>
                </a:moveTo>
                <a:cubicBezTo>
                  <a:pt x="74370" y="20229"/>
                  <a:pt x="70668" y="16527"/>
                  <a:pt x="66107" y="16527"/>
                </a:cubicBezTo>
                <a:cubicBezTo>
                  <a:pt x="61546" y="16527"/>
                  <a:pt x="57844" y="20229"/>
                  <a:pt x="57844" y="24790"/>
                </a:cubicBezTo>
                <a:cubicBezTo>
                  <a:pt x="57844" y="29351"/>
                  <a:pt x="61546" y="33053"/>
                  <a:pt x="66107" y="33053"/>
                </a:cubicBezTo>
                <a:cubicBezTo>
                  <a:pt x="70668" y="33053"/>
                  <a:pt x="74370" y="29351"/>
                  <a:pt x="74370" y="24790"/>
                </a:cubicBezTo>
                <a:close/>
                <a:moveTo>
                  <a:pt x="99160" y="49580"/>
                </a:moveTo>
                <a:cubicBezTo>
                  <a:pt x="103721" y="49580"/>
                  <a:pt x="107424" y="45877"/>
                  <a:pt x="107424" y="41317"/>
                </a:cubicBezTo>
                <a:cubicBezTo>
                  <a:pt x="107424" y="36756"/>
                  <a:pt x="103721" y="33053"/>
                  <a:pt x="99160" y="33053"/>
                </a:cubicBezTo>
                <a:cubicBezTo>
                  <a:pt x="94600" y="33053"/>
                  <a:pt x="90897" y="36756"/>
                  <a:pt x="90897" y="41317"/>
                </a:cubicBezTo>
                <a:cubicBezTo>
                  <a:pt x="90897" y="45877"/>
                  <a:pt x="94600" y="49580"/>
                  <a:pt x="99160" y="4958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5" name="Text 63"/>
          <p:cNvSpPr/>
          <p:nvPr/>
        </p:nvSpPr>
        <p:spPr>
          <a:xfrm>
            <a:off x="6073571" y="6100722"/>
            <a:ext cx="906609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190142" y="6119610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37775" y="0"/>
                </a:moveTo>
                <a:lnTo>
                  <a:pt x="113326" y="0"/>
                </a:lnTo>
                <a:cubicBezTo>
                  <a:pt x="134175" y="0"/>
                  <a:pt x="151101" y="16927"/>
                  <a:pt x="151101" y="37775"/>
                </a:cubicBezTo>
                <a:lnTo>
                  <a:pt x="151101" y="113326"/>
                </a:lnTo>
                <a:cubicBezTo>
                  <a:pt x="151101" y="134175"/>
                  <a:pt x="134175" y="151101"/>
                  <a:pt x="113326" y="151101"/>
                </a:cubicBezTo>
                <a:lnTo>
                  <a:pt x="37775" y="151101"/>
                </a:lnTo>
                <a:cubicBezTo>
                  <a:pt x="16927" y="151101"/>
                  <a:pt x="0" y="134175"/>
                  <a:pt x="0" y="113326"/>
                </a:cubicBezTo>
                <a:lnTo>
                  <a:pt x="0" y="37775"/>
                </a:lnTo>
                <a:cubicBezTo>
                  <a:pt x="0" y="16913"/>
                  <a:pt x="16913" y="0"/>
                  <a:pt x="377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10379019" y="6119610"/>
            <a:ext cx="434417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913068" y="6123387"/>
            <a:ext cx="139769" cy="139769"/>
          </a:xfrm>
          <a:custGeom>
            <a:avLst/>
            <a:gdLst/>
            <a:ahLst/>
            <a:cxnLst/>
            <a:rect l="l" t="t" r="r" b="b"/>
            <a:pathLst>
              <a:path w="139769" h="139769">
                <a:moveTo>
                  <a:pt x="37775" y="0"/>
                </a:moveTo>
                <a:lnTo>
                  <a:pt x="101994" y="0"/>
                </a:lnTo>
                <a:cubicBezTo>
                  <a:pt x="122842" y="0"/>
                  <a:pt x="139769" y="16927"/>
                  <a:pt x="139769" y="37775"/>
                </a:cubicBezTo>
                <a:lnTo>
                  <a:pt x="139769" y="101994"/>
                </a:lnTo>
                <a:cubicBezTo>
                  <a:pt x="139769" y="122842"/>
                  <a:pt x="122842" y="139769"/>
                  <a:pt x="101994" y="139769"/>
                </a:cubicBezTo>
                <a:lnTo>
                  <a:pt x="37775" y="139769"/>
                </a:lnTo>
                <a:cubicBezTo>
                  <a:pt x="16927" y="139769"/>
                  <a:pt x="0" y="122842"/>
                  <a:pt x="0" y="101994"/>
                </a:cubicBezTo>
                <a:lnTo>
                  <a:pt x="0" y="37775"/>
                </a:lnTo>
                <a:cubicBezTo>
                  <a:pt x="0" y="16927"/>
                  <a:pt x="16927" y="0"/>
                  <a:pt x="37775" y="0"/>
                </a:cubicBezTo>
                <a:close/>
              </a:path>
            </a:pathLst>
          </a:custGeom>
          <a:solidFill>
            <a:srgbClr val="1E3A5F"/>
          </a:solidFill>
          <a:ln w="1016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098167" y="6119610"/>
            <a:ext cx="576074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uconnectlabs.com/20c54ff7e39263aaa1a2da0d67f02fc446af9a34.jpe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10396" b="1039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0000"/>
                </a:srgbClr>
              </a:gs>
              <a:gs pos="100000">
                <a:srgbClr val="3B82F6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884752"/>
            <a:ext cx="1255395" cy="350520"/>
          </a:xfrm>
          <a:custGeom>
            <a:avLst/>
            <a:gdLst/>
            <a:ahLst/>
            <a:cxnLst/>
            <a:rect l="l" t="t" r="r" b="b"/>
            <a:pathLst>
              <a:path w="1255395" h="350520">
                <a:moveTo>
                  <a:pt x="76200" y="0"/>
                </a:moveTo>
                <a:lnTo>
                  <a:pt x="1179195" y="0"/>
                </a:lnTo>
                <a:cubicBezTo>
                  <a:pt x="1221279" y="0"/>
                  <a:pt x="1255395" y="34116"/>
                  <a:pt x="1255395" y="76200"/>
                </a:cubicBezTo>
                <a:lnTo>
                  <a:pt x="1255395" y="274320"/>
                </a:lnTo>
                <a:cubicBezTo>
                  <a:pt x="1255395" y="316404"/>
                  <a:pt x="1221279" y="350520"/>
                  <a:pt x="117919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9595" y="98381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0"/>
                </a:moveTo>
                <a:cubicBezTo>
                  <a:pt x="14794" y="0"/>
                  <a:pt x="19050" y="4256"/>
                  <a:pt x="19050" y="9525"/>
                </a:cubicBezTo>
                <a:lnTo>
                  <a:pt x="19050" y="14288"/>
                </a:lnTo>
                <a:lnTo>
                  <a:pt x="39588" y="9168"/>
                </a:lnTo>
                <a:cubicBezTo>
                  <a:pt x="50929" y="6340"/>
                  <a:pt x="62895" y="7650"/>
                  <a:pt x="73372" y="12889"/>
                </a:cubicBezTo>
                <a:cubicBezTo>
                  <a:pt x="87154" y="19794"/>
                  <a:pt x="103376" y="19794"/>
                  <a:pt x="117157" y="12889"/>
                </a:cubicBezTo>
                <a:lnTo>
                  <a:pt x="120015" y="11460"/>
                </a:lnTo>
                <a:cubicBezTo>
                  <a:pt x="126147" y="8364"/>
                  <a:pt x="133350" y="12829"/>
                  <a:pt x="133350" y="19675"/>
                </a:cubicBezTo>
                <a:lnTo>
                  <a:pt x="133350" y="102930"/>
                </a:lnTo>
                <a:cubicBezTo>
                  <a:pt x="133350" y="106888"/>
                  <a:pt x="130879" y="110460"/>
                  <a:pt x="127159" y="111859"/>
                </a:cubicBezTo>
                <a:lnTo>
                  <a:pt x="116830" y="115729"/>
                </a:lnTo>
                <a:cubicBezTo>
                  <a:pt x="103078" y="120878"/>
                  <a:pt x="87779" y="120075"/>
                  <a:pt x="74652" y="113526"/>
                </a:cubicBezTo>
                <a:cubicBezTo>
                  <a:pt x="63371" y="107871"/>
                  <a:pt x="50423" y="106472"/>
                  <a:pt x="38189" y="109537"/>
                </a:cubicBezTo>
                <a:lnTo>
                  <a:pt x="19050" y="114300"/>
                </a:ln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lnTo>
                  <a:pt x="0" y="9525"/>
                </a:lnTo>
                <a:cubicBezTo>
                  <a:pt x="0" y="4256"/>
                  <a:pt x="4256" y="0"/>
                  <a:pt x="9525" y="0"/>
                </a:cubicBezTo>
                <a:close/>
                <a:moveTo>
                  <a:pt x="19050" y="55691"/>
                </a:moveTo>
                <a:lnTo>
                  <a:pt x="38100" y="51554"/>
                </a:lnTo>
                <a:lnTo>
                  <a:pt x="38100" y="71051"/>
                </a:lnTo>
                <a:lnTo>
                  <a:pt x="19050" y="75188"/>
                </a:lnTo>
                <a:lnTo>
                  <a:pt x="19050" y="94684"/>
                </a:lnTo>
                <a:lnTo>
                  <a:pt x="33576" y="91053"/>
                </a:lnTo>
                <a:cubicBezTo>
                  <a:pt x="35094" y="90666"/>
                  <a:pt x="36582" y="90339"/>
                  <a:pt x="38100" y="90071"/>
                </a:cubicBezTo>
                <a:lnTo>
                  <a:pt x="38100" y="71051"/>
                </a:lnTo>
                <a:lnTo>
                  <a:pt x="49679" y="68550"/>
                </a:lnTo>
                <a:cubicBezTo>
                  <a:pt x="52149" y="68014"/>
                  <a:pt x="54650" y="67806"/>
                  <a:pt x="57150" y="67925"/>
                </a:cubicBezTo>
                <a:lnTo>
                  <a:pt x="57150" y="48875"/>
                </a:lnTo>
                <a:cubicBezTo>
                  <a:pt x="61198" y="48994"/>
                  <a:pt x="65246" y="49649"/>
                  <a:pt x="69175" y="50780"/>
                </a:cubicBezTo>
                <a:lnTo>
                  <a:pt x="76200" y="52834"/>
                </a:lnTo>
                <a:lnTo>
                  <a:pt x="76200" y="72688"/>
                </a:lnTo>
                <a:lnTo>
                  <a:pt x="63788" y="69026"/>
                </a:lnTo>
                <a:cubicBezTo>
                  <a:pt x="61615" y="68401"/>
                  <a:pt x="59382" y="68014"/>
                  <a:pt x="57150" y="67895"/>
                </a:cubicBezTo>
                <a:lnTo>
                  <a:pt x="57150" y="89148"/>
                </a:lnTo>
                <a:cubicBezTo>
                  <a:pt x="63639" y="89714"/>
                  <a:pt x="70039" y="91142"/>
                  <a:pt x="76200" y="93434"/>
                </a:cubicBezTo>
                <a:lnTo>
                  <a:pt x="76200" y="72658"/>
                </a:lnTo>
                <a:lnTo>
                  <a:pt x="82957" y="74652"/>
                </a:lnTo>
                <a:cubicBezTo>
                  <a:pt x="86975" y="75843"/>
                  <a:pt x="91083" y="76557"/>
                  <a:pt x="95250" y="76855"/>
                </a:cubicBezTo>
                <a:lnTo>
                  <a:pt x="95250" y="57745"/>
                </a:lnTo>
                <a:cubicBezTo>
                  <a:pt x="92928" y="57507"/>
                  <a:pt x="90607" y="57061"/>
                  <a:pt x="88344" y="56406"/>
                </a:cubicBezTo>
                <a:lnTo>
                  <a:pt x="76200" y="52834"/>
                </a:lnTo>
                <a:lnTo>
                  <a:pt x="76200" y="34379"/>
                </a:lnTo>
                <a:cubicBezTo>
                  <a:pt x="72330" y="33248"/>
                  <a:pt x="68520" y="31760"/>
                  <a:pt x="64830" y="29914"/>
                </a:cubicBezTo>
                <a:cubicBezTo>
                  <a:pt x="62389" y="28694"/>
                  <a:pt x="59799" y="27831"/>
                  <a:pt x="57150" y="27295"/>
                </a:cubicBezTo>
                <a:lnTo>
                  <a:pt x="57150" y="48845"/>
                </a:lnTo>
                <a:cubicBezTo>
                  <a:pt x="53280" y="48726"/>
                  <a:pt x="49411" y="49084"/>
                  <a:pt x="45631" y="49917"/>
                </a:cubicBezTo>
                <a:lnTo>
                  <a:pt x="38100" y="51554"/>
                </a:lnTo>
                <a:lnTo>
                  <a:pt x="38100" y="29170"/>
                </a:lnTo>
                <a:lnTo>
                  <a:pt x="19050" y="33933"/>
                </a:lnTo>
                <a:lnTo>
                  <a:pt x="19050" y="55691"/>
                </a:lnTo>
                <a:close/>
                <a:moveTo>
                  <a:pt x="95250" y="99923"/>
                </a:moveTo>
                <a:cubicBezTo>
                  <a:pt x="100251" y="100370"/>
                  <a:pt x="105341" y="99715"/>
                  <a:pt x="110133" y="97899"/>
                </a:cubicBezTo>
                <a:lnTo>
                  <a:pt x="114300" y="96351"/>
                </a:lnTo>
                <a:lnTo>
                  <a:pt x="114300" y="75009"/>
                </a:lnTo>
                <a:lnTo>
                  <a:pt x="111949" y="75545"/>
                </a:lnTo>
                <a:cubicBezTo>
                  <a:pt x="106472" y="76825"/>
                  <a:pt x="100846" y="77242"/>
                  <a:pt x="95250" y="76885"/>
                </a:cubicBezTo>
                <a:lnTo>
                  <a:pt x="95250" y="99923"/>
                </a:lnTo>
                <a:close/>
                <a:moveTo>
                  <a:pt x="114300" y="55453"/>
                </a:moveTo>
                <a:lnTo>
                  <a:pt x="114300" y="34379"/>
                </a:lnTo>
                <a:cubicBezTo>
                  <a:pt x="108079" y="36195"/>
                  <a:pt x="101679" y="37088"/>
                  <a:pt x="95250" y="37088"/>
                </a:cubicBezTo>
                <a:lnTo>
                  <a:pt x="95250" y="57745"/>
                </a:lnTo>
                <a:cubicBezTo>
                  <a:pt x="99387" y="58162"/>
                  <a:pt x="103584" y="57894"/>
                  <a:pt x="107662" y="56971"/>
                </a:cubicBezTo>
                <a:lnTo>
                  <a:pt x="114300" y="5542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07720" y="964769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391487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115387"/>
            <a:ext cx="864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academic admissions through technology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2652476"/>
            <a:ext cx="5608320" cy="1684020"/>
          </a:xfrm>
          <a:custGeom>
            <a:avLst/>
            <a:gdLst/>
            <a:ahLst/>
            <a:cxnLst/>
            <a:rect l="l" t="t" r="r" b="b"/>
            <a:pathLst>
              <a:path w="5608320" h="1684020">
                <a:moveTo>
                  <a:pt x="114294" y="0"/>
                </a:moveTo>
                <a:lnTo>
                  <a:pt x="5494026" y="0"/>
                </a:lnTo>
                <a:cubicBezTo>
                  <a:pt x="5557149" y="0"/>
                  <a:pt x="5608320" y="51171"/>
                  <a:pt x="5608320" y="114294"/>
                </a:cubicBezTo>
                <a:lnTo>
                  <a:pt x="5608320" y="1569726"/>
                </a:lnTo>
                <a:cubicBezTo>
                  <a:pt x="5608320" y="1632849"/>
                  <a:pt x="5557149" y="1684020"/>
                  <a:pt x="549402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" y="288488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Shape 8"/>
          <p:cNvSpPr/>
          <p:nvPr/>
        </p:nvSpPr>
        <p:spPr>
          <a:xfrm>
            <a:off x="769620" y="30372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03020" y="2884884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03020" y="3265763"/>
            <a:ext cx="45434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FlexiApply successfully addresses 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fragmentation, inefficiency, and stress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traditional academic application processes through a unified digital solution.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95060" y="2652476"/>
            <a:ext cx="5608320" cy="1684020"/>
          </a:xfrm>
          <a:custGeom>
            <a:avLst/>
            <a:gdLst/>
            <a:ahLst/>
            <a:cxnLst/>
            <a:rect l="l" t="t" r="r" b="b"/>
            <a:pathLst>
              <a:path w="5608320" h="1684020">
                <a:moveTo>
                  <a:pt x="114294" y="0"/>
                </a:moveTo>
                <a:lnTo>
                  <a:pt x="5494026" y="0"/>
                </a:lnTo>
                <a:cubicBezTo>
                  <a:pt x="5557149" y="0"/>
                  <a:pt x="5608320" y="51171"/>
                  <a:pt x="5608320" y="114294"/>
                </a:cubicBezTo>
                <a:lnTo>
                  <a:pt x="5608320" y="1569726"/>
                </a:lnTo>
                <a:cubicBezTo>
                  <a:pt x="5608320" y="1632849"/>
                  <a:pt x="5557149" y="1684020"/>
                  <a:pt x="549402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27470" y="288488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579870" y="30372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113270" y="2884884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Delivered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13270" y="3265763"/>
            <a:ext cx="45434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responsive, and user-friendly platform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streamlines applications, reduces errors, and provides real-time tracking for both students and institutions.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4810" y="4570220"/>
            <a:ext cx="11418570" cy="1398270"/>
          </a:xfrm>
          <a:custGeom>
            <a:avLst/>
            <a:gdLst/>
            <a:ahLst/>
            <a:cxnLst/>
            <a:rect l="l" t="t" r="r" b="b"/>
            <a:pathLst>
              <a:path w="11418570" h="1398270">
                <a:moveTo>
                  <a:pt x="114295" y="0"/>
                </a:moveTo>
                <a:lnTo>
                  <a:pt x="11304275" y="0"/>
                </a:lnTo>
                <a:cubicBezTo>
                  <a:pt x="11367399" y="0"/>
                  <a:pt x="11418570" y="51171"/>
                  <a:pt x="11418570" y="114295"/>
                </a:cubicBezTo>
                <a:lnTo>
                  <a:pt x="11418570" y="1283975"/>
                </a:lnTo>
                <a:cubicBezTo>
                  <a:pt x="11418570" y="1347099"/>
                  <a:pt x="11367399" y="1398270"/>
                  <a:pt x="11304275" y="1398270"/>
                </a:cubicBezTo>
                <a:lnTo>
                  <a:pt x="114295" y="1398270"/>
                </a:lnTo>
                <a:cubicBezTo>
                  <a:pt x="51171" y="1398270"/>
                  <a:pt x="0" y="1347099"/>
                  <a:pt x="0" y="128397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5043013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1417320" y="4802628"/>
            <a:ext cx="1026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17320" y="5183507"/>
            <a:ext cx="10239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how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thoughtful technology application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transform complex, paper-based processes into efficient digital experiences—improving accessibility, reducing barriers, and creating value for all stakeholders in the academic ecosystem.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420" y="320420"/>
            <a:ext cx="1049377" cy="288378"/>
          </a:xfrm>
          <a:custGeom>
            <a:avLst/>
            <a:gdLst/>
            <a:ahLst/>
            <a:cxnLst/>
            <a:rect l="l" t="t" r="r" b="b"/>
            <a:pathLst>
              <a:path w="1049377" h="288378">
                <a:moveTo>
                  <a:pt x="64083" y="0"/>
                </a:moveTo>
                <a:lnTo>
                  <a:pt x="985294" y="0"/>
                </a:lnTo>
                <a:cubicBezTo>
                  <a:pt x="1020686" y="0"/>
                  <a:pt x="1049377" y="28691"/>
                  <a:pt x="1049377" y="64083"/>
                </a:cubicBezTo>
                <a:lnTo>
                  <a:pt x="1049377" y="224295"/>
                </a:lnTo>
                <a:cubicBezTo>
                  <a:pt x="1049377" y="259687"/>
                  <a:pt x="1020686" y="288378"/>
                  <a:pt x="985294" y="288378"/>
                </a:cubicBezTo>
                <a:lnTo>
                  <a:pt x="64083" y="288378"/>
                </a:lnTo>
                <a:cubicBezTo>
                  <a:pt x="28691" y="288378"/>
                  <a:pt x="0" y="259687"/>
                  <a:pt x="0" y="224295"/>
                </a:cubicBezTo>
                <a:lnTo>
                  <a:pt x="0" y="64083"/>
                </a:lnTo>
                <a:cubicBezTo>
                  <a:pt x="0" y="28715"/>
                  <a:pt x="28715" y="0"/>
                  <a:pt x="6408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4610" y="400526"/>
            <a:ext cx="128168" cy="128168"/>
          </a:xfrm>
          <a:custGeom>
            <a:avLst/>
            <a:gdLst/>
            <a:ahLst/>
            <a:cxnLst/>
            <a:rect l="l" t="t" r="r" b="b"/>
            <a:pathLst>
              <a:path w="128168" h="128168">
                <a:moveTo>
                  <a:pt x="32042" y="80105"/>
                </a:moveTo>
                <a:lnTo>
                  <a:pt x="6133" y="80105"/>
                </a:lnTo>
                <a:cubicBezTo>
                  <a:pt x="-100" y="80105"/>
                  <a:pt x="-3930" y="73321"/>
                  <a:pt x="-726" y="67964"/>
                </a:cubicBezTo>
                <a:lnTo>
                  <a:pt x="12516" y="45885"/>
                </a:lnTo>
                <a:cubicBezTo>
                  <a:pt x="14694" y="42255"/>
                  <a:pt x="18599" y="40053"/>
                  <a:pt x="22830" y="40053"/>
                </a:cubicBezTo>
                <a:lnTo>
                  <a:pt x="46611" y="40053"/>
                </a:lnTo>
                <a:cubicBezTo>
                  <a:pt x="65661" y="7785"/>
                  <a:pt x="94073" y="6158"/>
                  <a:pt x="113073" y="8937"/>
                </a:cubicBezTo>
                <a:cubicBezTo>
                  <a:pt x="116278" y="9412"/>
                  <a:pt x="118781" y="11916"/>
                  <a:pt x="119231" y="15095"/>
                </a:cubicBezTo>
                <a:cubicBezTo>
                  <a:pt x="122010" y="34095"/>
                  <a:pt x="120383" y="62507"/>
                  <a:pt x="88116" y="81557"/>
                </a:cubicBezTo>
                <a:lnTo>
                  <a:pt x="88116" y="105338"/>
                </a:lnTo>
                <a:cubicBezTo>
                  <a:pt x="88116" y="109569"/>
                  <a:pt x="85913" y="113474"/>
                  <a:pt x="82283" y="115652"/>
                </a:cubicBezTo>
                <a:lnTo>
                  <a:pt x="60204" y="128894"/>
                </a:lnTo>
                <a:cubicBezTo>
                  <a:pt x="54872" y="132098"/>
                  <a:pt x="48063" y="128243"/>
                  <a:pt x="48063" y="122035"/>
                </a:cubicBezTo>
                <a:lnTo>
                  <a:pt x="48063" y="96126"/>
                </a:lnTo>
                <a:cubicBezTo>
                  <a:pt x="48063" y="87290"/>
                  <a:pt x="40879" y="80105"/>
                  <a:pt x="32042" y="80105"/>
                </a:cubicBezTo>
                <a:lnTo>
                  <a:pt x="32017" y="80105"/>
                </a:lnTo>
                <a:close/>
                <a:moveTo>
                  <a:pt x="100131" y="40053"/>
                </a:moveTo>
                <a:cubicBezTo>
                  <a:pt x="100131" y="33421"/>
                  <a:pt x="94747" y="28037"/>
                  <a:pt x="88116" y="28037"/>
                </a:cubicBezTo>
                <a:cubicBezTo>
                  <a:pt x="81484" y="28037"/>
                  <a:pt x="76100" y="33421"/>
                  <a:pt x="76100" y="40053"/>
                </a:cubicBezTo>
                <a:cubicBezTo>
                  <a:pt x="76100" y="46684"/>
                  <a:pt x="81484" y="52068"/>
                  <a:pt x="88116" y="52068"/>
                </a:cubicBezTo>
                <a:cubicBezTo>
                  <a:pt x="94747" y="52068"/>
                  <a:pt x="100131" y="46684"/>
                  <a:pt x="100131" y="4005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72883" y="384505"/>
            <a:ext cx="62482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spc="44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420" y="704925"/>
            <a:ext cx="11743411" cy="384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2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420" y="1153514"/>
            <a:ext cx="11631264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 enhancements for continued growth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420" y="1521997"/>
            <a:ext cx="3764941" cy="2018649"/>
          </a:xfrm>
          <a:custGeom>
            <a:avLst/>
            <a:gdLst/>
            <a:ahLst/>
            <a:cxnLst/>
            <a:rect l="l" t="t" r="r" b="b"/>
            <a:pathLst>
              <a:path w="3764941" h="2018649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1922521"/>
                </a:lnTo>
                <a:cubicBezTo>
                  <a:pt x="3764941" y="1975611"/>
                  <a:pt x="3721903" y="2018649"/>
                  <a:pt x="3668813" y="2018649"/>
                </a:cubicBezTo>
                <a:lnTo>
                  <a:pt x="96128" y="2018649"/>
                </a:lnTo>
                <a:cubicBezTo>
                  <a:pt x="43038" y="2018649"/>
                  <a:pt x="0" y="1975611"/>
                  <a:pt x="0" y="192252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0158" dist="8010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420" y="1521997"/>
            <a:ext cx="3764941" cy="32042"/>
          </a:xfrm>
          <a:custGeom>
            <a:avLst/>
            <a:gdLst/>
            <a:ahLst/>
            <a:cxnLst/>
            <a:rect l="l" t="t" r="r" b="b"/>
            <a:pathLst>
              <a:path w="3764941" h="32042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32042"/>
                </a:lnTo>
                <a:lnTo>
                  <a:pt x="0" y="32042"/>
                </a:ln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480631" y="1698229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96126" y="0"/>
                </a:moveTo>
                <a:lnTo>
                  <a:pt x="288378" y="0"/>
                </a:lnTo>
                <a:cubicBezTo>
                  <a:pt x="341467" y="0"/>
                  <a:pt x="384505" y="43037"/>
                  <a:pt x="384505" y="96126"/>
                </a:cubicBezTo>
                <a:lnTo>
                  <a:pt x="384505" y="288378"/>
                </a:lnTo>
                <a:cubicBezTo>
                  <a:pt x="384505" y="341467"/>
                  <a:pt x="341467" y="384505"/>
                  <a:pt x="288378" y="384505"/>
                </a:cubicBezTo>
                <a:lnTo>
                  <a:pt x="96126" y="384505"/>
                </a:lnTo>
                <a:cubicBezTo>
                  <a:pt x="43037" y="384505"/>
                  <a:pt x="0" y="341467"/>
                  <a:pt x="0" y="288378"/>
                </a:cubicBezTo>
                <a:lnTo>
                  <a:pt x="0" y="96126"/>
                </a:lnTo>
                <a:cubicBezTo>
                  <a:pt x="0" y="43073"/>
                  <a:pt x="43073" y="0"/>
                  <a:pt x="9612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8773" y="1794355"/>
            <a:ext cx="168221" cy="192252"/>
          </a:xfrm>
          <a:custGeom>
            <a:avLst/>
            <a:gdLst/>
            <a:ahLst/>
            <a:cxnLst/>
            <a:rect l="l" t="t" r="r" b="b"/>
            <a:pathLst>
              <a:path w="168221" h="192252">
                <a:moveTo>
                  <a:pt x="168221" y="77276"/>
                </a:moveTo>
                <a:cubicBezTo>
                  <a:pt x="162663" y="80956"/>
                  <a:pt x="156280" y="83923"/>
                  <a:pt x="149634" y="86288"/>
                </a:cubicBezTo>
                <a:cubicBezTo>
                  <a:pt x="131986" y="92597"/>
                  <a:pt x="108818" y="96126"/>
                  <a:pt x="84110" y="96126"/>
                </a:cubicBezTo>
                <a:cubicBezTo>
                  <a:pt x="59403" y="96126"/>
                  <a:pt x="36198" y="92559"/>
                  <a:pt x="18587" y="86288"/>
                </a:cubicBezTo>
                <a:cubicBezTo>
                  <a:pt x="11978" y="83923"/>
                  <a:pt x="5557" y="80956"/>
                  <a:pt x="0" y="77276"/>
                </a:cubicBezTo>
                <a:lnTo>
                  <a:pt x="0" y="108142"/>
                </a:lnTo>
                <a:cubicBezTo>
                  <a:pt x="0" y="124739"/>
                  <a:pt x="37662" y="138181"/>
                  <a:pt x="84110" y="138181"/>
                </a:cubicBezTo>
                <a:cubicBezTo>
                  <a:pt x="130559" y="138181"/>
                  <a:pt x="168221" y="124739"/>
                  <a:pt x="168221" y="108142"/>
                </a:cubicBezTo>
                <a:lnTo>
                  <a:pt x="168221" y="77276"/>
                </a:lnTo>
                <a:close/>
                <a:moveTo>
                  <a:pt x="168221" y="48063"/>
                </a:moveTo>
                <a:lnTo>
                  <a:pt x="168221" y="30039"/>
                </a:lnTo>
                <a:cubicBezTo>
                  <a:pt x="168221" y="13443"/>
                  <a:pt x="130559" y="0"/>
                  <a:pt x="84110" y="0"/>
                </a:cubicBezTo>
                <a:cubicBezTo>
                  <a:pt x="37662" y="0"/>
                  <a:pt x="0" y="13443"/>
                  <a:pt x="0" y="30039"/>
                </a:cubicBezTo>
                <a:lnTo>
                  <a:pt x="0" y="48063"/>
                </a:lnTo>
                <a:cubicBezTo>
                  <a:pt x="0" y="64660"/>
                  <a:pt x="37662" y="78102"/>
                  <a:pt x="84110" y="78102"/>
                </a:cubicBezTo>
                <a:cubicBezTo>
                  <a:pt x="130559" y="78102"/>
                  <a:pt x="168221" y="64660"/>
                  <a:pt x="168221" y="48063"/>
                </a:cubicBezTo>
                <a:close/>
                <a:moveTo>
                  <a:pt x="149634" y="146367"/>
                </a:moveTo>
                <a:cubicBezTo>
                  <a:pt x="132023" y="152638"/>
                  <a:pt x="108855" y="156205"/>
                  <a:pt x="84110" y="156205"/>
                </a:cubicBezTo>
                <a:cubicBezTo>
                  <a:pt x="59365" y="156205"/>
                  <a:pt x="36198" y="152638"/>
                  <a:pt x="18587" y="146367"/>
                </a:cubicBezTo>
                <a:cubicBezTo>
                  <a:pt x="11978" y="144001"/>
                  <a:pt x="5557" y="141035"/>
                  <a:pt x="0" y="137355"/>
                </a:cubicBezTo>
                <a:lnTo>
                  <a:pt x="0" y="162213"/>
                </a:lnTo>
                <a:cubicBezTo>
                  <a:pt x="0" y="178810"/>
                  <a:pt x="37662" y="192252"/>
                  <a:pt x="84110" y="192252"/>
                </a:cubicBezTo>
                <a:cubicBezTo>
                  <a:pt x="130559" y="192252"/>
                  <a:pt x="168221" y="178810"/>
                  <a:pt x="168221" y="162213"/>
                </a:cubicBezTo>
                <a:lnTo>
                  <a:pt x="168221" y="137355"/>
                </a:lnTo>
                <a:cubicBezTo>
                  <a:pt x="162663" y="141035"/>
                  <a:pt x="156280" y="144001"/>
                  <a:pt x="149634" y="14636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0631" y="2210901"/>
            <a:ext cx="352462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631" y="2499280"/>
            <a:ext cx="3508604" cy="62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integration with </a:t>
            </a:r>
            <a:pPr>
              <a:lnSpc>
                <a:spcPct val="140000"/>
              </a:lnSpc>
            </a:pPr>
            <a:r>
              <a:rPr lang="en-US" sz="100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databases and student information systems</a:t>
            </a:r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seamless data exchange and automated verification.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6652" y="3244258"/>
            <a:ext cx="112147" cy="112147"/>
          </a:xfrm>
          <a:custGeom>
            <a:avLst/>
            <a:gdLst/>
            <a:ahLst/>
            <a:cxnLst/>
            <a:rect l="l" t="t" r="r" b="b"/>
            <a:pathLst>
              <a:path w="112147" h="112147">
                <a:moveTo>
                  <a:pt x="56074" y="0"/>
                </a:moveTo>
                <a:cubicBezTo>
                  <a:pt x="87021" y="0"/>
                  <a:pt x="112147" y="25126"/>
                  <a:pt x="112147" y="56074"/>
                </a:cubicBezTo>
                <a:cubicBezTo>
                  <a:pt x="112147" y="87021"/>
                  <a:pt x="87021" y="112147"/>
                  <a:pt x="56074" y="112147"/>
                </a:cubicBezTo>
                <a:cubicBezTo>
                  <a:pt x="25126" y="112147"/>
                  <a:pt x="0" y="87021"/>
                  <a:pt x="0" y="56074"/>
                </a:cubicBezTo>
                <a:cubicBezTo>
                  <a:pt x="0" y="25126"/>
                  <a:pt x="25126" y="0"/>
                  <a:pt x="56074" y="0"/>
                </a:cubicBezTo>
                <a:close/>
                <a:moveTo>
                  <a:pt x="50817" y="26284"/>
                </a:moveTo>
                <a:lnTo>
                  <a:pt x="50817" y="56074"/>
                </a:lnTo>
                <a:cubicBezTo>
                  <a:pt x="50817" y="57826"/>
                  <a:pt x="51693" y="59469"/>
                  <a:pt x="53160" y="60454"/>
                </a:cubicBezTo>
                <a:lnTo>
                  <a:pt x="74188" y="74473"/>
                </a:lnTo>
                <a:cubicBezTo>
                  <a:pt x="76597" y="76094"/>
                  <a:pt x="79861" y="75436"/>
                  <a:pt x="81482" y="73005"/>
                </a:cubicBezTo>
                <a:cubicBezTo>
                  <a:pt x="83103" y="70574"/>
                  <a:pt x="82446" y="67332"/>
                  <a:pt x="80014" y="65711"/>
                </a:cubicBezTo>
                <a:lnTo>
                  <a:pt x="61330" y="53270"/>
                </a:lnTo>
                <a:lnTo>
                  <a:pt x="61330" y="26284"/>
                </a:lnTo>
                <a:cubicBezTo>
                  <a:pt x="61330" y="23371"/>
                  <a:pt x="58987" y="21028"/>
                  <a:pt x="56074" y="21028"/>
                </a:cubicBezTo>
                <a:cubicBezTo>
                  <a:pt x="53160" y="21028"/>
                  <a:pt x="50817" y="23371"/>
                  <a:pt x="50817" y="262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4899" y="3220226"/>
            <a:ext cx="47262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12929" y="1521997"/>
            <a:ext cx="3764941" cy="2018649"/>
          </a:xfrm>
          <a:custGeom>
            <a:avLst/>
            <a:gdLst/>
            <a:ahLst/>
            <a:cxnLst/>
            <a:rect l="l" t="t" r="r" b="b"/>
            <a:pathLst>
              <a:path w="3764941" h="2018649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1922521"/>
                </a:lnTo>
                <a:cubicBezTo>
                  <a:pt x="3764941" y="1975611"/>
                  <a:pt x="3721903" y="2018649"/>
                  <a:pt x="3668813" y="2018649"/>
                </a:cubicBezTo>
                <a:lnTo>
                  <a:pt x="96128" y="2018649"/>
                </a:lnTo>
                <a:cubicBezTo>
                  <a:pt x="43038" y="2018649"/>
                  <a:pt x="0" y="1975611"/>
                  <a:pt x="0" y="192252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0158" dist="80105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12929" y="1521997"/>
            <a:ext cx="3764941" cy="32042"/>
          </a:xfrm>
          <a:custGeom>
            <a:avLst/>
            <a:gdLst/>
            <a:ahLst/>
            <a:cxnLst/>
            <a:rect l="l" t="t" r="r" b="b"/>
            <a:pathLst>
              <a:path w="3764941" h="32042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32042"/>
                </a:lnTo>
                <a:lnTo>
                  <a:pt x="0" y="32042"/>
                </a:ln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373139" y="1698229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96126" y="0"/>
                </a:moveTo>
                <a:lnTo>
                  <a:pt x="288378" y="0"/>
                </a:lnTo>
                <a:cubicBezTo>
                  <a:pt x="341467" y="0"/>
                  <a:pt x="384505" y="43037"/>
                  <a:pt x="384505" y="96126"/>
                </a:cubicBezTo>
                <a:lnTo>
                  <a:pt x="384505" y="288378"/>
                </a:lnTo>
                <a:cubicBezTo>
                  <a:pt x="384505" y="341467"/>
                  <a:pt x="341467" y="384505"/>
                  <a:pt x="288378" y="384505"/>
                </a:cubicBezTo>
                <a:lnTo>
                  <a:pt x="96126" y="384505"/>
                </a:lnTo>
                <a:cubicBezTo>
                  <a:pt x="43037" y="384505"/>
                  <a:pt x="0" y="341467"/>
                  <a:pt x="0" y="288378"/>
                </a:cubicBezTo>
                <a:lnTo>
                  <a:pt x="0" y="96126"/>
                </a:lnTo>
                <a:cubicBezTo>
                  <a:pt x="0" y="43073"/>
                  <a:pt x="43073" y="0"/>
                  <a:pt x="9612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481281" y="1794355"/>
            <a:ext cx="168221" cy="192252"/>
          </a:xfrm>
          <a:custGeom>
            <a:avLst/>
            <a:gdLst/>
            <a:ahLst/>
            <a:cxnLst/>
            <a:rect l="l" t="t" r="r" b="b"/>
            <a:pathLst>
              <a:path w="168221" h="192252">
                <a:moveTo>
                  <a:pt x="84110" y="0"/>
                </a:moveTo>
                <a:cubicBezTo>
                  <a:pt x="77464" y="0"/>
                  <a:pt x="72095" y="5370"/>
                  <a:pt x="72095" y="12016"/>
                </a:cubicBezTo>
                <a:lnTo>
                  <a:pt x="72095" y="13217"/>
                </a:lnTo>
                <a:cubicBezTo>
                  <a:pt x="44684" y="18775"/>
                  <a:pt x="24032" y="43031"/>
                  <a:pt x="24032" y="72095"/>
                </a:cubicBezTo>
                <a:lnTo>
                  <a:pt x="24032" y="80243"/>
                </a:lnTo>
                <a:cubicBezTo>
                  <a:pt x="24032" y="98304"/>
                  <a:pt x="17873" y="115840"/>
                  <a:pt x="6609" y="129958"/>
                </a:cubicBezTo>
                <a:lnTo>
                  <a:pt x="2929" y="134539"/>
                </a:lnTo>
                <a:cubicBezTo>
                  <a:pt x="1014" y="136905"/>
                  <a:pt x="0" y="139834"/>
                  <a:pt x="0" y="142875"/>
                </a:cubicBezTo>
                <a:cubicBezTo>
                  <a:pt x="0" y="150235"/>
                  <a:pt x="5970" y="156205"/>
                  <a:pt x="13330" y="156205"/>
                </a:cubicBezTo>
                <a:lnTo>
                  <a:pt x="154853" y="156205"/>
                </a:lnTo>
                <a:cubicBezTo>
                  <a:pt x="162213" y="156205"/>
                  <a:pt x="168183" y="150235"/>
                  <a:pt x="168183" y="142875"/>
                </a:cubicBezTo>
                <a:cubicBezTo>
                  <a:pt x="168183" y="139834"/>
                  <a:pt x="167169" y="136905"/>
                  <a:pt x="165254" y="134539"/>
                </a:cubicBezTo>
                <a:lnTo>
                  <a:pt x="161575" y="129958"/>
                </a:lnTo>
                <a:cubicBezTo>
                  <a:pt x="150347" y="115840"/>
                  <a:pt x="144189" y="98304"/>
                  <a:pt x="144189" y="80243"/>
                </a:cubicBezTo>
                <a:lnTo>
                  <a:pt x="144189" y="72095"/>
                </a:lnTo>
                <a:cubicBezTo>
                  <a:pt x="144189" y="43031"/>
                  <a:pt x="123537" y="18775"/>
                  <a:pt x="96126" y="13217"/>
                </a:cubicBezTo>
                <a:lnTo>
                  <a:pt x="96126" y="12016"/>
                </a:lnTo>
                <a:cubicBezTo>
                  <a:pt x="96126" y="5370"/>
                  <a:pt x="90757" y="0"/>
                  <a:pt x="84110" y="0"/>
                </a:cubicBezTo>
                <a:close/>
                <a:moveTo>
                  <a:pt x="60830" y="174229"/>
                </a:moveTo>
                <a:cubicBezTo>
                  <a:pt x="63496" y="184592"/>
                  <a:pt x="72921" y="192252"/>
                  <a:pt x="84110" y="192252"/>
                </a:cubicBezTo>
                <a:cubicBezTo>
                  <a:pt x="95300" y="192252"/>
                  <a:pt x="104725" y="184592"/>
                  <a:pt x="107391" y="174229"/>
                </a:cubicBezTo>
                <a:lnTo>
                  <a:pt x="60830" y="17422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373139" y="2210901"/>
            <a:ext cx="352462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73139" y="2499280"/>
            <a:ext cx="3508604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and SMS notifications</a:t>
            </a:r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application updates, deadline reminders, and institutional communications.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89160" y="3035984"/>
            <a:ext cx="112147" cy="112147"/>
          </a:xfrm>
          <a:custGeom>
            <a:avLst/>
            <a:gdLst/>
            <a:ahLst/>
            <a:cxnLst/>
            <a:rect l="l" t="t" r="r" b="b"/>
            <a:pathLst>
              <a:path w="112147" h="112147">
                <a:moveTo>
                  <a:pt x="56074" y="0"/>
                </a:moveTo>
                <a:cubicBezTo>
                  <a:pt x="87021" y="0"/>
                  <a:pt x="112147" y="25126"/>
                  <a:pt x="112147" y="56074"/>
                </a:cubicBezTo>
                <a:cubicBezTo>
                  <a:pt x="112147" y="87021"/>
                  <a:pt x="87021" y="112147"/>
                  <a:pt x="56074" y="112147"/>
                </a:cubicBezTo>
                <a:cubicBezTo>
                  <a:pt x="25126" y="112147"/>
                  <a:pt x="0" y="87021"/>
                  <a:pt x="0" y="56074"/>
                </a:cubicBezTo>
                <a:cubicBezTo>
                  <a:pt x="0" y="25126"/>
                  <a:pt x="25126" y="0"/>
                  <a:pt x="56074" y="0"/>
                </a:cubicBezTo>
                <a:close/>
                <a:moveTo>
                  <a:pt x="50817" y="26284"/>
                </a:moveTo>
                <a:lnTo>
                  <a:pt x="50817" y="56074"/>
                </a:lnTo>
                <a:cubicBezTo>
                  <a:pt x="50817" y="57826"/>
                  <a:pt x="51693" y="59469"/>
                  <a:pt x="53160" y="60454"/>
                </a:cubicBezTo>
                <a:lnTo>
                  <a:pt x="74188" y="74473"/>
                </a:lnTo>
                <a:cubicBezTo>
                  <a:pt x="76597" y="76094"/>
                  <a:pt x="79861" y="75436"/>
                  <a:pt x="81482" y="73005"/>
                </a:cubicBezTo>
                <a:cubicBezTo>
                  <a:pt x="83103" y="70574"/>
                  <a:pt x="82446" y="67332"/>
                  <a:pt x="80014" y="65711"/>
                </a:cubicBezTo>
                <a:lnTo>
                  <a:pt x="61330" y="53270"/>
                </a:lnTo>
                <a:lnTo>
                  <a:pt x="61330" y="26284"/>
                </a:lnTo>
                <a:cubicBezTo>
                  <a:pt x="61330" y="23371"/>
                  <a:pt x="58987" y="21028"/>
                  <a:pt x="56074" y="21028"/>
                </a:cubicBezTo>
                <a:cubicBezTo>
                  <a:pt x="53160" y="21028"/>
                  <a:pt x="50817" y="23371"/>
                  <a:pt x="50817" y="262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7407" y="3011953"/>
            <a:ext cx="47262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2026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5437" y="1521997"/>
            <a:ext cx="3764941" cy="2018649"/>
          </a:xfrm>
          <a:custGeom>
            <a:avLst/>
            <a:gdLst/>
            <a:ahLst/>
            <a:cxnLst/>
            <a:rect l="l" t="t" r="r" b="b"/>
            <a:pathLst>
              <a:path w="3764941" h="2018649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1922521"/>
                </a:lnTo>
                <a:cubicBezTo>
                  <a:pt x="3764941" y="1975611"/>
                  <a:pt x="3721903" y="2018649"/>
                  <a:pt x="3668813" y="2018649"/>
                </a:cubicBezTo>
                <a:lnTo>
                  <a:pt x="96128" y="2018649"/>
                </a:lnTo>
                <a:cubicBezTo>
                  <a:pt x="43038" y="2018649"/>
                  <a:pt x="0" y="1975611"/>
                  <a:pt x="0" y="1922521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0158" dist="80105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5437" y="1521997"/>
            <a:ext cx="3764941" cy="32042"/>
          </a:xfrm>
          <a:custGeom>
            <a:avLst/>
            <a:gdLst/>
            <a:ahLst/>
            <a:cxnLst/>
            <a:rect l="l" t="t" r="r" b="b"/>
            <a:pathLst>
              <a:path w="3764941" h="32042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32042"/>
                </a:lnTo>
                <a:lnTo>
                  <a:pt x="0" y="32042"/>
                </a:ln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65647" y="1698229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96126" y="0"/>
                </a:moveTo>
                <a:lnTo>
                  <a:pt x="288378" y="0"/>
                </a:lnTo>
                <a:cubicBezTo>
                  <a:pt x="341467" y="0"/>
                  <a:pt x="384505" y="43037"/>
                  <a:pt x="384505" y="96126"/>
                </a:cubicBezTo>
                <a:lnTo>
                  <a:pt x="384505" y="288378"/>
                </a:lnTo>
                <a:cubicBezTo>
                  <a:pt x="384505" y="341467"/>
                  <a:pt x="341467" y="384505"/>
                  <a:pt x="288378" y="384505"/>
                </a:cubicBezTo>
                <a:lnTo>
                  <a:pt x="96126" y="384505"/>
                </a:lnTo>
                <a:cubicBezTo>
                  <a:pt x="43037" y="384505"/>
                  <a:pt x="0" y="341467"/>
                  <a:pt x="0" y="288378"/>
                </a:cubicBezTo>
                <a:lnTo>
                  <a:pt x="0" y="96126"/>
                </a:lnTo>
                <a:cubicBezTo>
                  <a:pt x="0" y="43073"/>
                  <a:pt x="43073" y="0"/>
                  <a:pt x="9612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61773" y="1794355"/>
            <a:ext cx="192252" cy="19225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73259" y="3567"/>
                </a:moveTo>
                <a:cubicBezTo>
                  <a:pt x="74385" y="-1990"/>
                  <a:pt x="79304" y="-6008"/>
                  <a:pt x="85012" y="-6008"/>
                </a:cubicBezTo>
                <a:lnTo>
                  <a:pt x="107466" y="-6008"/>
                </a:lnTo>
                <a:cubicBezTo>
                  <a:pt x="113174" y="-6008"/>
                  <a:pt x="118092" y="-1990"/>
                  <a:pt x="119219" y="3567"/>
                </a:cubicBezTo>
                <a:lnTo>
                  <a:pt x="124664" y="29852"/>
                </a:lnTo>
                <a:cubicBezTo>
                  <a:pt x="129958" y="32105"/>
                  <a:pt x="134915" y="34996"/>
                  <a:pt x="139420" y="38413"/>
                </a:cubicBezTo>
                <a:lnTo>
                  <a:pt x="164879" y="29964"/>
                </a:lnTo>
                <a:cubicBezTo>
                  <a:pt x="170286" y="28162"/>
                  <a:pt x="176219" y="30415"/>
                  <a:pt x="179073" y="35371"/>
                </a:cubicBezTo>
                <a:lnTo>
                  <a:pt x="190300" y="54822"/>
                </a:lnTo>
                <a:cubicBezTo>
                  <a:pt x="193153" y="59778"/>
                  <a:pt x="192140" y="66012"/>
                  <a:pt x="187859" y="69804"/>
                </a:cubicBezTo>
                <a:lnTo>
                  <a:pt x="167845" y="87602"/>
                </a:lnTo>
                <a:cubicBezTo>
                  <a:pt x="168183" y="90381"/>
                  <a:pt x="168333" y="93235"/>
                  <a:pt x="168333" y="96126"/>
                </a:cubicBezTo>
                <a:cubicBezTo>
                  <a:pt x="168333" y="99017"/>
                  <a:pt x="168146" y="101871"/>
                  <a:pt x="167845" y="104650"/>
                </a:cubicBezTo>
                <a:lnTo>
                  <a:pt x="187897" y="122486"/>
                </a:lnTo>
                <a:cubicBezTo>
                  <a:pt x="192177" y="126278"/>
                  <a:pt x="193153" y="132549"/>
                  <a:pt x="190337" y="137468"/>
                </a:cubicBezTo>
                <a:lnTo>
                  <a:pt x="179110" y="156918"/>
                </a:lnTo>
                <a:cubicBezTo>
                  <a:pt x="176256" y="161837"/>
                  <a:pt x="170324" y="164128"/>
                  <a:pt x="164916" y="162326"/>
                </a:cubicBezTo>
                <a:lnTo>
                  <a:pt x="139458" y="153877"/>
                </a:lnTo>
                <a:cubicBezTo>
                  <a:pt x="134915" y="157294"/>
                  <a:pt x="129958" y="160148"/>
                  <a:pt x="124701" y="162438"/>
                </a:cubicBezTo>
                <a:lnTo>
                  <a:pt x="119294" y="188685"/>
                </a:lnTo>
                <a:cubicBezTo>
                  <a:pt x="118130" y="194280"/>
                  <a:pt x="113211" y="198260"/>
                  <a:pt x="107541" y="198260"/>
                </a:cubicBezTo>
                <a:lnTo>
                  <a:pt x="85087" y="198260"/>
                </a:lnTo>
                <a:cubicBezTo>
                  <a:pt x="79379" y="198260"/>
                  <a:pt x="74460" y="194242"/>
                  <a:pt x="73334" y="188685"/>
                </a:cubicBezTo>
                <a:lnTo>
                  <a:pt x="67927" y="162438"/>
                </a:lnTo>
                <a:cubicBezTo>
                  <a:pt x="62632" y="160185"/>
                  <a:pt x="57713" y="157294"/>
                  <a:pt x="53170" y="153877"/>
                </a:cubicBezTo>
                <a:lnTo>
                  <a:pt x="27599" y="162326"/>
                </a:lnTo>
                <a:cubicBezTo>
                  <a:pt x="22192" y="164128"/>
                  <a:pt x="16259" y="161875"/>
                  <a:pt x="13405" y="156918"/>
                </a:cubicBezTo>
                <a:lnTo>
                  <a:pt x="2178" y="137468"/>
                </a:lnTo>
                <a:cubicBezTo>
                  <a:pt x="-676" y="132511"/>
                  <a:pt x="338" y="126278"/>
                  <a:pt x="4619" y="122486"/>
                </a:cubicBezTo>
                <a:lnTo>
                  <a:pt x="24670" y="104650"/>
                </a:lnTo>
                <a:cubicBezTo>
                  <a:pt x="24332" y="101871"/>
                  <a:pt x="24182" y="99017"/>
                  <a:pt x="24182" y="96126"/>
                </a:cubicBezTo>
                <a:cubicBezTo>
                  <a:pt x="24182" y="93235"/>
                  <a:pt x="24369" y="90381"/>
                  <a:pt x="24670" y="87602"/>
                </a:cubicBezTo>
                <a:lnTo>
                  <a:pt x="4619" y="69767"/>
                </a:lnTo>
                <a:cubicBezTo>
                  <a:pt x="338" y="65974"/>
                  <a:pt x="-638" y="59703"/>
                  <a:pt x="2178" y="54784"/>
                </a:cubicBezTo>
                <a:lnTo>
                  <a:pt x="13405" y="35334"/>
                </a:lnTo>
                <a:cubicBezTo>
                  <a:pt x="16259" y="30377"/>
                  <a:pt x="22192" y="28124"/>
                  <a:pt x="27599" y="29927"/>
                </a:cubicBezTo>
                <a:lnTo>
                  <a:pt x="53057" y="38375"/>
                </a:lnTo>
                <a:cubicBezTo>
                  <a:pt x="57601" y="34958"/>
                  <a:pt x="62557" y="32105"/>
                  <a:pt x="67814" y="29814"/>
                </a:cubicBezTo>
                <a:lnTo>
                  <a:pt x="73259" y="3567"/>
                </a:lnTo>
                <a:close/>
                <a:moveTo>
                  <a:pt x="96239" y="126166"/>
                </a:moveTo>
                <a:cubicBezTo>
                  <a:pt x="106971" y="126125"/>
                  <a:pt x="116866" y="120363"/>
                  <a:pt x="122197" y="111048"/>
                </a:cubicBezTo>
                <a:cubicBezTo>
                  <a:pt x="127529" y="101734"/>
                  <a:pt x="127486" y="90283"/>
                  <a:pt x="122085" y="81009"/>
                </a:cubicBezTo>
                <a:cubicBezTo>
                  <a:pt x="116684" y="71735"/>
                  <a:pt x="106746" y="66046"/>
                  <a:pt x="96014" y="66087"/>
                </a:cubicBezTo>
                <a:cubicBezTo>
                  <a:pt x="85281" y="66127"/>
                  <a:pt x="75386" y="71890"/>
                  <a:pt x="70055" y="81204"/>
                </a:cubicBezTo>
                <a:cubicBezTo>
                  <a:pt x="64724" y="90518"/>
                  <a:pt x="64767" y="101969"/>
                  <a:pt x="70168" y="111243"/>
                </a:cubicBezTo>
                <a:cubicBezTo>
                  <a:pt x="75568" y="120518"/>
                  <a:pt x="85507" y="126206"/>
                  <a:pt x="96239" y="12616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265647" y="2210901"/>
            <a:ext cx="352462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5647" y="2499280"/>
            <a:ext cx="3508604" cy="62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</a:t>
            </a:r>
            <a:pPr>
              <a:lnSpc>
                <a:spcPct val="140000"/>
              </a:lnSpc>
            </a:pPr>
            <a:r>
              <a:rPr lang="en-US" sz="100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 management interface</a:t>
            </a:r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reviewing applications, managing programs, and communicating with applicants.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1668" y="3244258"/>
            <a:ext cx="112147" cy="112147"/>
          </a:xfrm>
          <a:custGeom>
            <a:avLst/>
            <a:gdLst/>
            <a:ahLst/>
            <a:cxnLst/>
            <a:rect l="l" t="t" r="r" b="b"/>
            <a:pathLst>
              <a:path w="112147" h="112147">
                <a:moveTo>
                  <a:pt x="56074" y="0"/>
                </a:moveTo>
                <a:cubicBezTo>
                  <a:pt x="87021" y="0"/>
                  <a:pt x="112147" y="25126"/>
                  <a:pt x="112147" y="56074"/>
                </a:cubicBezTo>
                <a:cubicBezTo>
                  <a:pt x="112147" y="87021"/>
                  <a:pt x="87021" y="112147"/>
                  <a:pt x="56074" y="112147"/>
                </a:cubicBezTo>
                <a:cubicBezTo>
                  <a:pt x="25126" y="112147"/>
                  <a:pt x="0" y="87021"/>
                  <a:pt x="0" y="56074"/>
                </a:cubicBezTo>
                <a:cubicBezTo>
                  <a:pt x="0" y="25126"/>
                  <a:pt x="25126" y="0"/>
                  <a:pt x="56074" y="0"/>
                </a:cubicBezTo>
                <a:close/>
                <a:moveTo>
                  <a:pt x="50817" y="26284"/>
                </a:moveTo>
                <a:lnTo>
                  <a:pt x="50817" y="56074"/>
                </a:lnTo>
                <a:cubicBezTo>
                  <a:pt x="50817" y="57826"/>
                  <a:pt x="51693" y="59469"/>
                  <a:pt x="53160" y="60454"/>
                </a:cubicBezTo>
                <a:lnTo>
                  <a:pt x="74188" y="74473"/>
                </a:lnTo>
                <a:cubicBezTo>
                  <a:pt x="76597" y="76094"/>
                  <a:pt x="79861" y="75436"/>
                  <a:pt x="81482" y="73005"/>
                </a:cubicBezTo>
                <a:cubicBezTo>
                  <a:pt x="83103" y="70574"/>
                  <a:pt x="82446" y="67332"/>
                  <a:pt x="80014" y="65711"/>
                </a:cubicBezTo>
                <a:lnTo>
                  <a:pt x="61330" y="53270"/>
                </a:lnTo>
                <a:lnTo>
                  <a:pt x="61330" y="26284"/>
                </a:lnTo>
                <a:cubicBezTo>
                  <a:pt x="61330" y="23371"/>
                  <a:pt x="58987" y="21028"/>
                  <a:pt x="56074" y="21028"/>
                </a:cubicBezTo>
                <a:cubicBezTo>
                  <a:pt x="53160" y="21028"/>
                  <a:pt x="50817" y="23371"/>
                  <a:pt x="50817" y="262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8469915" y="3220226"/>
            <a:ext cx="480631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0420" y="3684836"/>
            <a:ext cx="3764941" cy="1810376"/>
          </a:xfrm>
          <a:custGeom>
            <a:avLst/>
            <a:gdLst/>
            <a:ahLst/>
            <a:cxnLst/>
            <a:rect l="l" t="t" r="r" b="b"/>
            <a:pathLst>
              <a:path w="3764941" h="1810376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1714245"/>
                </a:lnTo>
                <a:cubicBezTo>
                  <a:pt x="3764941" y="1767337"/>
                  <a:pt x="3721902" y="1810376"/>
                  <a:pt x="3668810" y="1810376"/>
                </a:cubicBezTo>
                <a:lnTo>
                  <a:pt x="96131" y="1810376"/>
                </a:lnTo>
                <a:cubicBezTo>
                  <a:pt x="43039" y="1810376"/>
                  <a:pt x="0" y="1767337"/>
                  <a:pt x="0" y="1714245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0158" dist="80105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420" y="3684836"/>
            <a:ext cx="3764941" cy="32042"/>
          </a:xfrm>
          <a:custGeom>
            <a:avLst/>
            <a:gdLst/>
            <a:ahLst/>
            <a:cxnLst/>
            <a:rect l="l" t="t" r="r" b="b"/>
            <a:pathLst>
              <a:path w="3764941" h="32042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32042"/>
                </a:lnTo>
                <a:lnTo>
                  <a:pt x="0" y="32042"/>
                </a:ln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631" y="3861067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96126" y="0"/>
                </a:moveTo>
                <a:lnTo>
                  <a:pt x="288378" y="0"/>
                </a:lnTo>
                <a:cubicBezTo>
                  <a:pt x="341467" y="0"/>
                  <a:pt x="384505" y="43037"/>
                  <a:pt x="384505" y="96126"/>
                </a:cubicBezTo>
                <a:lnTo>
                  <a:pt x="384505" y="288378"/>
                </a:lnTo>
                <a:cubicBezTo>
                  <a:pt x="384505" y="341467"/>
                  <a:pt x="341467" y="384505"/>
                  <a:pt x="288378" y="384505"/>
                </a:cubicBezTo>
                <a:lnTo>
                  <a:pt x="96126" y="384505"/>
                </a:lnTo>
                <a:cubicBezTo>
                  <a:pt x="43037" y="384505"/>
                  <a:pt x="0" y="341467"/>
                  <a:pt x="0" y="288378"/>
                </a:cubicBezTo>
                <a:lnTo>
                  <a:pt x="0" y="96126"/>
                </a:lnTo>
                <a:cubicBezTo>
                  <a:pt x="0" y="43073"/>
                  <a:pt x="43073" y="0"/>
                  <a:pt x="96126" y="0"/>
                </a:cubicBezTo>
                <a:close/>
              </a:path>
            </a:pathLst>
          </a:custGeom>
          <a:solidFill>
            <a:srgbClr val="64748B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0788" y="3957193"/>
            <a:ext cx="144189" cy="192252"/>
          </a:xfrm>
          <a:custGeom>
            <a:avLst/>
            <a:gdLst/>
            <a:ahLst/>
            <a:cxnLst/>
            <a:rect l="l" t="t" r="r" b="b"/>
            <a:pathLst>
              <a:path w="144189" h="192252">
                <a:moveTo>
                  <a:pt x="0" y="24032"/>
                </a:moveTo>
                <a:cubicBezTo>
                  <a:pt x="0" y="10777"/>
                  <a:pt x="10777" y="0"/>
                  <a:pt x="24032" y="0"/>
                </a:cubicBezTo>
                <a:lnTo>
                  <a:pt x="80168" y="0"/>
                </a:lnTo>
                <a:cubicBezTo>
                  <a:pt x="86551" y="0"/>
                  <a:pt x="92672" y="2516"/>
                  <a:pt x="97178" y="7022"/>
                </a:cubicBezTo>
                <a:lnTo>
                  <a:pt x="137168" y="47049"/>
                </a:lnTo>
                <a:cubicBezTo>
                  <a:pt x="141673" y="51555"/>
                  <a:pt x="144189" y="57676"/>
                  <a:pt x="144189" y="64059"/>
                </a:cubicBezTo>
                <a:lnTo>
                  <a:pt x="144189" y="168221"/>
                </a:lnTo>
                <a:cubicBezTo>
                  <a:pt x="144189" y="181476"/>
                  <a:pt x="133413" y="192252"/>
                  <a:pt x="120158" y="192252"/>
                </a:cubicBezTo>
                <a:lnTo>
                  <a:pt x="24032" y="192252"/>
                </a:lnTo>
                <a:cubicBezTo>
                  <a:pt x="10777" y="192252"/>
                  <a:pt x="0" y="181476"/>
                  <a:pt x="0" y="168221"/>
                </a:cubicBezTo>
                <a:lnTo>
                  <a:pt x="0" y="24032"/>
                </a:lnTo>
                <a:close/>
                <a:moveTo>
                  <a:pt x="78102" y="21966"/>
                </a:moveTo>
                <a:lnTo>
                  <a:pt x="78102" y="57075"/>
                </a:lnTo>
                <a:cubicBezTo>
                  <a:pt x="78102" y="62069"/>
                  <a:pt x="82120" y="66087"/>
                  <a:pt x="87114" y="66087"/>
                </a:cubicBezTo>
                <a:lnTo>
                  <a:pt x="122223" y="66087"/>
                </a:lnTo>
                <a:lnTo>
                  <a:pt x="78102" y="21966"/>
                </a:lnTo>
                <a:close/>
                <a:moveTo>
                  <a:pt x="78478" y="98755"/>
                </a:moveTo>
                <a:cubicBezTo>
                  <a:pt x="74948" y="95225"/>
                  <a:pt x="69241" y="95225"/>
                  <a:pt x="65749" y="98755"/>
                </a:cubicBezTo>
                <a:lnTo>
                  <a:pt x="41717" y="122786"/>
                </a:lnTo>
                <a:cubicBezTo>
                  <a:pt x="38188" y="126316"/>
                  <a:pt x="38188" y="132023"/>
                  <a:pt x="41717" y="135515"/>
                </a:cubicBezTo>
                <a:cubicBezTo>
                  <a:pt x="45247" y="139007"/>
                  <a:pt x="50954" y="139045"/>
                  <a:pt x="54446" y="135515"/>
                </a:cubicBezTo>
                <a:lnTo>
                  <a:pt x="63083" y="126879"/>
                </a:lnTo>
                <a:lnTo>
                  <a:pt x="63083" y="159209"/>
                </a:lnTo>
                <a:cubicBezTo>
                  <a:pt x="63083" y="164203"/>
                  <a:pt x="67101" y="168221"/>
                  <a:pt x="72095" y="168221"/>
                </a:cubicBezTo>
                <a:cubicBezTo>
                  <a:pt x="77089" y="168221"/>
                  <a:pt x="81106" y="164203"/>
                  <a:pt x="81106" y="159209"/>
                </a:cubicBezTo>
                <a:lnTo>
                  <a:pt x="81106" y="126879"/>
                </a:lnTo>
                <a:lnTo>
                  <a:pt x="89743" y="135515"/>
                </a:lnTo>
                <a:cubicBezTo>
                  <a:pt x="93272" y="139045"/>
                  <a:pt x="98980" y="139045"/>
                  <a:pt x="102472" y="135515"/>
                </a:cubicBezTo>
                <a:cubicBezTo>
                  <a:pt x="105964" y="131986"/>
                  <a:pt x="106002" y="126278"/>
                  <a:pt x="102472" y="122786"/>
                </a:cubicBezTo>
                <a:lnTo>
                  <a:pt x="78440" y="98755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480631" y="4373740"/>
            <a:ext cx="352462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Management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0631" y="4662118"/>
            <a:ext cx="3508604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document upload</a:t>
            </a:r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verification system for transcripts, certificates, and supporting materials.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6652" y="5198823"/>
            <a:ext cx="112147" cy="112147"/>
          </a:xfrm>
          <a:custGeom>
            <a:avLst/>
            <a:gdLst/>
            <a:ahLst/>
            <a:cxnLst/>
            <a:rect l="l" t="t" r="r" b="b"/>
            <a:pathLst>
              <a:path w="112147" h="112147">
                <a:moveTo>
                  <a:pt x="56074" y="0"/>
                </a:moveTo>
                <a:cubicBezTo>
                  <a:pt x="87021" y="0"/>
                  <a:pt x="112147" y="25126"/>
                  <a:pt x="112147" y="56074"/>
                </a:cubicBezTo>
                <a:cubicBezTo>
                  <a:pt x="112147" y="87021"/>
                  <a:pt x="87021" y="112147"/>
                  <a:pt x="56074" y="112147"/>
                </a:cubicBezTo>
                <a:cubicBezTo>
                  <a:pt x="25126" y="112147"/>
                  <a:pt x="0" y="87021"/>
                  <a:pt x="0" y="56074"/>
                </a:cubicBezTo>
                <a:cubicBezTo>
                  <a:pt x="0" y="25126"/>
                  <a:pt x="25126" y="0"/>
                  <a:pt x="56074" y="0"/>
                </a:cubicBezTo>
                <a:close/>
                <a:moveTo>
                  <a:pt x="50817" y="26284"/>
                </a:moveTo>
                <a:lnTo>
                  <a:pt x="50817" y="56074"/>
                </a:lnTo>
                <a:cubicBezTo>
                  <a:pt x="50817" y="57826"/>
                  <a:pt x="51693" y="59469"/>
                  <a:pt x="53160" y="60454"/>
                </a:cubicBezTo>
                <a:lnTo>
                  <a:pt x="74188" y="74473"/>
                </a:lnTo>
                <a:cubicBezTo>
                  <a:pt x="76597" y="76094"/>
                  <a:pt x="79861" y="75436"/>
                  <a:pt x="81482" y="73005"/>
                </a:cubicBezTo>
                <a:cubicBezTo>
                  <a:pt x="83103" y="70574"/>
                  <a:pt x="82446" y="67332"/>
                  <a:pt x="80014" y="65711"/>
                </a:cubicBezTo>
                <a:lnTo>
                  <a:pt x="61330" y="53270"/>
                </a:lnTo>
                <a:lnTo>
                  <a:pt x="61330" y="26284"/>
                </a:lnTo>
                <a:cubicBezTo>
                  <a:pt x="61330" y="23371"/>
                  <a:pt x="58987" y="21028"/>
                  <a:pt x="56074" y="21028"/>
                </a:cubicBezTo>
                <a:cubicBezTo>
                  <a:pt x="53160" y="21028"/>
                  <a:pt x="50817" y="23371"/>
                  <a:pt x="50817" y="2628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8" name="Text 36"/>
          <p:cNvSpPr/>
          <p:nvPr/>
        </p:nvSpPr>
        <p:spPr>
          <a:xfrm>
            <a:off x="684899" y="5174791"/>
            <a:ext cx="480631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12929" y="3684836"/>
            <a:ext cx="3764941" cy="1810376"/>
          </a:xfrm>
          <a:custGeom>
            <a:avLst/>
            <a:gdLst/>
            <a:ahLst/>
            <a:cxnLst/>
            <a:rect l="l" t="t" r="r" b="b"/>
            <a:pathLst>
              <a:path w="3764941" h="1810376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1714245"/>
                </a:lnTo>
                <a:cubicBezTo>
                  <a:pt x="3764941" y="1767337"/>
                  <a:pt x="3721902" y="1810376"/>
                  <a:pt x="3668810" y="1810376"/>
                </a:cubicBezTo>
                <a:lnTo>
                  <a:pt x="96131" y="1810376"/>
                </a:lnTo>
                <a:cubicBezTo>
                  <a:pt x="43039" y="1810376"/>
                  <a:pt x="0" y="1767337"/>
                  <a:pt x="0" y="1714245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0158" dist="80105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12929" y="3684836"/>
            <a:ext cx="3764941" cy="32042"/>
          </a:xfrm>
          <a:custGeom>
            <a:avLst/>
            <a:gdLst/>
            <a:ahLst/>
            <a:cxnLst/>
            <a:rect l="l" t="t" r="r" b="b"/>
            <a:pathLst>
              <a:path w="3764941" h="32042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32042"/>
                </a:lnTo>
                <a:lnTo>
                  <a:pt x="0" y="32042"/>
                </a:ln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41" name="Shape 39"/>
          <p:cNvSpPr/>
          <p:nvPr/>
        </p:nvSpPr>
        <p:spPr>
          <a:xfrm>
            <a:off x="4373139" y="3861067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96126" y="0"/>
                </a:moveTo>
                <a:lnTo>
                  <a:pt x="288378" y="0"/>
                </a:lnTo>
                <a:cubicBezTo>
                  <a:pt x="341467" y="0"/>
                  <a:pt x="384505" y="43037"/>
                  <a:pt x="384505" y="96126"/>
                </a:cubicBezTo>
                <a:lnTo>
                  <a:pt x="384505" y="288378"/>
                </a:lnTo>
                <a:cubicBezTo>
                  <a:pt x="384505" y="341467"/>
                  <a:pt x="341467" y="384505"/>
                  <a:pt x="288378" y="384505"/>
                </a:cubicBezTo>
                <a:lnTo>
                  <a:pt x="96126" y="384505"/>
                </a:lnTo>
                <a:cubicBezTo>
                  <a:pt x="43037" y="384505"/>
                  <a:pt x="0" y="341467"/>
                  <a:pt x="0" y="288378"/>
                </a:cubicBezTo>
                <a:lnTo>
                  <a:pt x="0" y="96126"/>
                </a:lnTo>
                <a:cubicBezTo>
                  <a:pt x="0" y="43073"/>
                  <a:pt x="43073" y="0"/>
                  <a:pt x="96126" y="0"/>
                </a:cubicBezTo>
                <a:close/>
              </a:path>
            </a:pathLst>
          </a:custGeom>
          <a:solidFill>
            <a:srgbClr val="64748B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57249" y="3957193"/>
            <a:ext cx="216284" cy="192252"/>
          </a:xfrm>
          <a:custGeom>
            <a:avLst/>
            <a:gdLst/>
            <a:ahLst/>
            <a:cxnLst/>
            <a:rect l="l" t="t" r="r" b="b"/>
            <a:pathLst>
              <a:path w="216284" h="192252">
                <a:moveTo>
                  <a:pt x="192402" y="90118"/>
                </a:moveTo>
                <a:lnTo>
                  <a:pt x="126316" y="90118"/>
                </a:lnTo>
                <a:cubicBezTo>
                  <a:pt x="119670" y="90118"/>
                  <a:pt x="114300" y="84749"/>
                  <a:pt x="114300" y="78102"/>
                </a:cubicBezTo>
                <a:lnTo>
                  <a:pt x="114300" y="12016"/>
                </a:lnTo>
                <a:cubicBezTo>
                  <a:pt x="114300" y="5370"/>
                  <a:pt x="119707" y="-75"/>
                  <a:pt x="126278" y="789"/>
                </a:cubicBezTo>
                <a:cubicBezTo>
                  <a:pt x="166456" y="6121"/>
                  <a:pt x="198298" y="37962"/>
                  <a:pt x="203630" y="78140"/>
                </a:cubicBezTo>
                <a:cubicBezTo>
                  <a:pt x="204493" y="84711"/>
                  <a:pt x="199049" y="90118"/>
                  <a:pt x="192402" y="90118"/>
                </a:cubicBezTo>
                <a:close/>
                <a:moveTo>
                  <a:pt x="83585" y="13968"/>
                </a:moveTo>
                <a:cubicBezTo>
                  <a:pt x="90381" y="12541"/>
                  <a:pt x="96276" y="18099"/>
                  <a:pt x="96276" y="25045"/>
                </a:cubicBezTo>
                <a:lnTo>
                  <a:pt x="96276" y="99130"/>
                </a:lnTo>
                <a:cubicBezTo>
                  <a:pt x="96276" y="101233"/>
                  <a:pt x="97027" y="103261"/>
                  <a:pt x="98342" y="104875"/>
                </a:cubicBezTo>
                <a:lnTo>
                  <a:pt x="147944" y="164729"/>
                </a:lnTo>
                <a:cubicBezTo>
                  <a:pt x="152337" y="170023"/>
                  <a:pt x="151399" y="178021"/>
                  <a:pt x="145353" y="181288"/>
                </a:cubicBezTo>
                <a:cubicBezTo>
                  <a:pt x="132549" y="188272"/>
                  <a:pt x="117867" y="192252"/>
                  <a:pt x="102284" y="192252"/>
                </a:cubicBezTo>
                <a:cubicBezTo>
                  <a:pt x="52531" y="192252"/>
                  <a:pt x="12166" y="151887"/>
                  <a:pt x="12166" y="102134"/>
                </a:cubicBezTo>
                <a:cubicBezTo>
                  <a:pt x="12166" y="58765"/>
                  <a:pt x="42769" y="22567"/>
                  <a:pt x="83585" y="13968"/>
                </a:cubicBezTo>
                <a:close/>
                <a:moveTo>
                  <a:pt x="179410" y="108142"/>
                </a:moveTo>
                <a:lnTo>
                  <a:pt x="203442" y="108142"/>
                </a:lnTo>
                <a:cubicBezTo>
                  <a:pt x="210389" y="108142"/>
                  <a:pt x="215946" y="114037"/>
                  <a:pt x="214519" y="120834"/>
                </a:cubicBezTo>
                <a:cubicBezTo>
                  <a:pt x="210689" y="139007"/>
                  <a:pt x="201377" y="155154"/>
                  <a:pt x="188385" y="167470"/>
                </a:cubicBezTo>
                <a:cubicBezTo>
                  <a:pt x="183766" y="171863"/>
                  <a:pt x="176519" y="170924"/>
                  <a:pt x="172464" y="166005"/>
                </a:cubicBezTo>
                <a:lnTo>
                  <a:pt x="140772" y="127818"/>
                </a:lnTo>
                <a:cubicBezTo>
                  <a:pt x="134276" y="119970"/>
                  <a:pt x="139871" y="108142"/>
                  <a:pt x="150009" y="108142"/>
                </a:cubicBezTo>
                <a:lnTo>
                  <a:pt x="179373" y="108142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43" name="Text 41"/>
          <p:cNvSpPr/>
          <p:nvPr/>
        </p:nvSpPr>
        <p:spPr>
          <a:xfrm>
            <a:off x="4373139" y="4373740"/>
            <a:ext cx="352462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&amp; Reporting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373139" y="4662118"/>
            <a:ext cx="3508604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 dashboard</a:t>
            </a:r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providing insights into application trends, demographics, and institutional performance.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89160" y="5198823"/>
            <a:ext cx="112147" cy="112147"/>
          </a:xfrm>
          <a:custGeom>
            <a:avLst/>
            <a:gdLst/>
            <a:ahLst/>
            <a:cxnLst/>
            <a:rect l="l" t="t" r="r" b="b"/>
            <a:pathLst>
              <a:path w="112147" h="112147">
                <a:moveTo>
                  <a:pt x="56074" y="0"/>
                </a:moveTo>
                <a:cubicBezTo>
                  <a:pt x="87021" y="0"/>
                  <a:pt x="112147" y="25126"/>
                  <a:pt x="112147" y="56074"/>
                </a:cubicBezTo>
                <a:cubicBezTo>
                  <a:pt x="112147" y="87021"/>
                  <a:pt x="87021" y="112147"/>
                  <a:pt x="56074" y="112147"/>
                </a:cubicBezTo>
                <a:cubicBezTo>
                  <a:pt x="25126" y="112147"/>
                  <a:pt x="0" y="87021"/>
                  <a:pt x="0" y="56074"/>
                </a:cubicBezTo>
                <a:cubicBezTo>
                  <a:pt x="0" y="25126"/>
                  <a:pt x="25126" y="0"/>
                  <a:pt x="56074" y="0"/>
                </a:cubicBezTo>
                <a:close/>
                <a:moveTo>
                  <a:pt x="50817" y="26284"/>
                </a:moveTo>
                <a:lnTo>
                  <a:pt x="50817" y="56074"/>
                </a:lnTo>
                <a:cubicBezTo>
                  <a:pt x="50817" y="57826"/>
                  <a:pt x="51693" y="59469"/>
                  <a:pt x="53160" y="60454"/>
                </a:cubicBezTo>
                <a:lnTo>
                  <a:pt x="74188" y="74473"/>
                </a:lnTo>
                <a:cubicBezTo>
                  <a:pt x="76597" y="76094"/>
                  <a:pt x="79861" y="75436"/>
                  <a:pt x="81482" y="73005"/>
                </a:cubicBezTo>
                <a:cubicBezTo>
                  <a:pt x="83103" y="70574"/>
                  <a:pt x="82446" y="67332"/>
                  <a:pt x="80014" y="65711"/>
                </a:cubicBezTo>
                <a:lnTo>
                  <a:pt x="61330" y="53270"/>
                </a:lnTo>
                <a:lnTo>
                  <a:pt x="61330" y="26284"/>
                </a:lnTo>
                <a:cubicBezTo>
                  <a:pt x="61330" y="23371"/>
                  <a:pt x="58987" y="21028"/>
                  <a:pt x="56074" y="21028"/>
                </a:cubicBezTo>
                <a:cubicBezTo>
                  <a:pt x="53160" y="21028"/>
                  <a:pt x="50817" y="23371"/>
                  <a:pt x="50817" y="2628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7407" y="5174791"/>
            <a:ext cx="47262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05437" y="3684836"/>
            <a:ext cx="3764941" cy="1810376"/>
          </a:xfrm>
          <a:custGeom>
            <a:avLst/>
            <a:gdLst/>
            <a:ahLst/>
            <a:cxnLst/>
            <a:rect l="l" t="t" r="r" b="b"/>
            <a:pathLst>
              <a:path w="3764941" h="1810376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1714245"/>
                </a:lnTo>
                <a:cubicBezTo>
                  <a:pt x="3764941" y="1767337"/>
                  <a:pt x="3721902" y="1810376"/>
                  <a:pt x="3668810" y="1810376"/>
                </a:cubicBezTo>
                <a:lnTo>
                  <a:pt x="96131" y="1810376"/>
                </a:lnTo>
                <a:cubicBezTo>
                  <a:pt x="43039" y="1810376"/>
                  <a:pt x="0" y="1767337"/>
                  <a:pt x="0" y="1714245"/>
                </a:cubicBez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0158" dist="80105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105437" y="3684836"/>
            <a:ext cx="3764941" cy="32042"/>
          </a:xfrm>
          <a:custGeom>
            <a:avLst/>
            <a:gdLst/>
            <a:ahLst/>
            <a:cxnLst/>
            <a:rect l="l" t="t" r="r" b="b"/>
            <a:pathLst>
              <a:path w="3764941" h="32042">
                <a:moveTo>
                  <a:pt x="32042" y="0"/>
                </a:moveTo>
                <a:lnTo>
                  <a:pt x="3732899" y="0"/>
                </a:lnTo>
                <a:cubicBezTo>
                  <a:pt x="3750595" y="0"/>
                  <a:pt x="3764941" y="14346"/>
                  <a:pt x="3764941" y="32042"/>
                </a:cubicBezTo>
                <a:lnTo>
                  <a:pt x="3764941" y="32042"/>
                </a:lnTo>
                <a:lnTo>
                  <a:pt x="0" y="32042"/>
                </a:lnTo>
                <a:lnTo>
                  <a:pt x="0" y="32042"/>
                </a:lnTo>
                <a:cubicBezTo>
                  <a:pt x="0" y="14358"/>
                  <a:pt x="14358" y="0"/>
                  <a:pt x="32042" y="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49" name="Shape 47"/>
          <p:cNvSpPr/>
          <p:nvPr/>
        </p:nvSpPr>
        <p:spPr>
          <a:xfrm>
            <a:off x="8265647" y="3861067"/>
            <a:ext cx="384505" cy="384505"/>
          </a:xfrm>
          <a:custGeom>
            <a:avLst/>
            <a:gdLst/>
            <a:ahLst/>
            <a:cxnLst/>
            <a:rect l="l" t="t" r="r" b="b"/>
            <a:pathLst>
              <a:path w="384505" h="384505">
                <a:moveTo>
                  <a:pt x="96126" y="0"/>
                </a:moveTo>
                <a:lnTo>
                  <a:pt x="288378" y="0"/>
                </a:lnTo>
                <a:cubicBezTo>
                  <a:pt x="341467" y="0"/>
                  <a:pt x="384505" y="43037"/>
                  <a:pt x="384505" y="96126"/>
                </a:cubicBezTo>
                <a:lnTo>
                  <a:pt x="384505" y="288378"/>
                </a:lnTo>
                <a:cubicBezTo>
                  <a:pt x="384505" y="341467"/>
                  <a:pt x="341467" y="384505"/>
                  <a:pt x="288378" y="384505"/>
                </a:cubicBezTo>
                <a:lnTo>
                  <a:pt x="96126" y="384505"/>
                </a:lnTo>
                <a:cubicBezTo>
                  <a:pt x="43037" y="384505"/>
                  <a:pt x="0" y="341467"/>
                  <a:pt x="0" y="288378"/>
                </a:cubicBezTo>
                <a:lnTo>
                  <a:pt x="0" y="96126"/>
                </a:lnTo>
                <a:cubicBezTo>
                  <a:pt x="0" y="43073"/>
                  <a:pt x="43073" y="0"/>
                  <a:pt x="96126" y="0"/>
                </a:cubicBezTo>
                <a:close/>
              </a:path>
            </a:pathLst>
          </a:custGeom>
          <a:solidFill>
            <a:srgbClr val="64748B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61773" y="3957193"/>
            <a:ext cx="192252" cy="192252"/>
          </a:xfrm>
          <a:custGeom>
            <a:avLst/>
            <a:gdLst/>
            <a:ahLst/>
            <a:cxnLst/>
            <a:rect l="l" t="t" r="r" b="b"/>
            <a:pathLst>
              <a:path w="192252" h="192252">
                <a:moveTo>
                  <a:pt x="132136" y="105138"/>
                </a:moveTo>
                <a:lnTo>
                  <a:pt x="60454" y="105138"/>
                </a:lnTo>
                <a:cubicBezTo>
                  <a:pt x="61543" y="129357"/>
                  <a:pt x="66913" y="151662"/>
                  <a:pt x="74535" y="167995"/>
                </a:cubicBezTo>
                <a:cubicBezTo>
                  <a:pt x="78816" y="177195"/>
                  <a:pt x="83434" y="183691"/>
                  <a:pt x="87715" y="187671"/>
                </a:cubicBezTo>
                <a:cubicBezTo>
                  <a:pt x="91921" y="191614"/>
                  <a:pt x="94812" y="192252"/>
                  <a:pt x="96314" y="192252"/>
                </a:cubicBezTo>
                <a:cubicBezTo>
                  <a:pt x="97816" y="192252"/>
                  <a:pt x="100707" y="191614"/>
                  <a:pt x="104913" y="187671"/>
                </a:cubicBezTo>
                <a:cubicBezTo>
                  <a:pt x="109193" y="183691"/>
                  <a:pt x="113812" y="177157"/>
                  <a:pt x="118092" y="167995"/>
                </a:cubicBezTo>
                <a:cubicBezTo>
                  <a:pt x="125715" y="151662"/>
                  <a:pt x="131085" y="129357"/>
                  <a:pt x="132173" y="105138"/>
                </a:cubicBezTo>
                <a:close/>
                <a:moveTo>
                  <a:pt x="60417" y="87114"/>
                </a:moveTo>
                <a:lnTo>
                  <a:pt x="132098" y="87114"/>
                </a:lnTo>
                <a:cubicBezTo>
                  <a:pt x="131047" y="62895"/>
                  <a:pt x="125677" y="40591"/>
                  <a:pt x="118055" y="24257"/>
                </a:cubicBezTo>
                <a:cubicBezTo>
                  <a:pt x="113774" y="15095"/>
                  <a:pt x="109156" y="8561"/>
                  <a:pt x="104875" y="4581"/>
                </a:cubicBezTo>
                <a:cubicBezTo>
                  <a:pt x="100670" y="638"/>
                  <a:pt x="97778" y="0"/>
                  <a:pt x="96276" y="0"/>
                </a:cubicBezTo>
                <a:cubicBezTo>
                  <a:pt x="94774" y="0"/>
                  <a:pt x="91883" y="638"/>
                  <a:pt x="87678" y="4581"/>
                </a:cubicBezTo>
                <a:cubicBezTo>
                  <a:pt x="83397" y="8561"/>
                  <a:pt x="78778" y="15095"/>
                  <a:pt x="74498" y="24257"/>
                </a:cubicBezTo>
                <a:cubicBezTo>
                  <a:pt x="66875" y="40591"/>
                  <a:pt x="61506" y="62895"/>
                  <a:pt x="60417" y="87114"/>
                </a:cubicBezTo>
                <a:close/>
                <a:moveTo>
                  <a:pt x="42393" y="87114"/>
                </a:moveTo>
                <a:cubicBezTo>
                  <a:pt x="43707" y="54972"/>
                  <a:pt x="52006" y="25120"/>
                  <a:pt x="64134" y="5520"/>
                </a:cubicBezTo>
                <a:cubicBezTo>
                  <a:pt x="29551" y="17761"/>
                  <a:pt x="4093" y="49265"/>
                  <a:pt x="563" y="87114"/>
                </a:cubicBezTo>
                <a:lnTo>
                  <a:pt x="42393" y="87114"/>
                </a:lnTo>
                <a:close/>
                <a:moveTo>
                  <a:pt x="563" y="105138"/>
                </a:moveTo>
                <a:cubicBezTo>
                  <a:pt x="4093" y="142988"/>
                  <a:pt x="29551" y="174491"/>
                  <a:pt x="64134" y="186733"/>
                </a:cubicBezTo>
                <a:cubicBezTo>
                  <a:pt x="52006" y="167132"/>
                  <a:pt x="43707" y="137280"/>
                  <a:pt x="42393" y="105138"/>
                </a:cubicBezTo>
                <a:lnTo>
                  <a:pt x="563" y="105138"/>
                </a:lnTo>
                <a:close/>
                <a:moveTo>
                  <a:pt x="150160" y="105138"/>
                </a:moveTo>
                <a:cubicBezTo>
                  <a:pt x="148845" y="137280"/>
                  <a:pt x="140547" y="167132"/>
                  <a:pt x="128419" y="186733"/>
                </a:cubicBezTo>
                <a:cubicBezTo>
                  <a:pt x="163001" y="174454"/>
                  <a:pt x="188460" y="142988"/>
                  <a:pt x="191989" y="105138"/>
                </a:cubicBezTo>
                <a:lnTo>
                  <a:pt x="150160" y="105138"/>
                </a:lnTo>
                <a:close/>
                <a:moveTo>
                  <a:pt x="191989" y="87114"/>
                </a:moveTo>
                <a:cubicBezTo>
                  <a:pt x="188460" y="49265"/>
                  <a:pt x="163001" y="17761"/>
                  <a:pt x="128419" y="5520"/>
                </a:cubicBezTo>
                <a:cubicBezTo>
                  <a:pt x="140547" y="25120"/>
                  <a:pt x="148845" y="54972"/>
                  <a:pt x="150160" y="87114"/>
                </a:cubicBezTo>
                <a:lnTo>
                  <a:pt x="191989" y="87114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51" name="Text 49"/>
          <p:cNvSpPr/>
          <p:nvPr/>
        </p:nvSpPr>
        <p:spPr>
          <a:xfrm>
            <a:off x="8265647" y="4373740"/>
            <a:ext cx="3524625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65647" y="4662118"/>
            <a:ext cx="3508604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9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Localization capabilities</a:t>
            </a:r>
            <a:pPr>
              <a:lnSpc>
                <a:spcPct val="140000"/>
              </a:lnSpc>
            </a:pPr>
            <a:r>
              <a:rPr lang="en-US" sz="1009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support multiple languages, expanding accessibility across diverse populations.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81668" y="5198823"/>
            <a:ext cx="112147" cy="112147"/>
          </a:xfrm>
          <a:custGeom>
            <a:avLst/>
            <a:gdLst/>
            <a:ahLst/>
            <a:cxnLst/>
            <a:rect l="l" t="t" r="r" b="b"/>
            <a:pathLst>
              <a:path w="112147" h="112147">
                <a:moveTo>
                  <a:pt x="56074" y="0"/>
                </a:moveTo>
                <a:cubicBezTo>
                  <a:pt x="87021" y="0"/>
                  <a:pt x="112147" y="25126"/>
                  <a:pt x="112147" y="56074"/>
                </a:cubicBezTo>
                <a:cubicBezTo>
                  <a:pt x="112147" y="87021"/>
                  <a:pt x="87021" y="112147"/>
                  <a:pt x="56074" y="112147"/>
                </a:cubicBezTo>
                <a:cubicBezTo>
                  <a:pt x="25126" y="112147"/>
                  <a:pt x="0" y="87021"/>
                  <a:pt x="0" y="56074"/>
                </a:cubicBezTo>
                <a:cubicBezTo>
                  <a:pt x="0" y="25126"/>
                  <a:pt x="25126" y="0"/>
                  <a:pt x="56074" y="0"/>
                </a:cubicBezTo>
                <a:close/>
                <a:moveTo>
                  <a:pt x="50817" y="26284"/>
                </a:moveTo>
                <a:lnTo>
                  <a:pt x="50817" y="56074"/>
                </a:lnTo>
                <a:cubicBezTo>
                  <a:pt x="50817" y="57826"/>
                  <a:pt x="51693" y="59469"/>
                  <a:pt x="53160" y="60454"/>
                </a:cubicBezTo>
                <a:lnTo>
                  <a:pt x="74188" y="74473"/>
                </a:lnTo>
                <a:cubicBezTo>
                  <a:pt x="76597" y="76094"/>
                  <a:pt x="79861" y="75436"/>
                  <a:pt x="81482" y="73005"/>
                </a:cubicBezTo>
                <a:cubicBezTo>
                  <a:pt x="83103" y="70574"/>
                  <a:pt x="82446" y="67332"/>
                  <a:pt x="80014" y="65711"/>
                </a:cubicBezTo>
                <a:lnTo>
                  <a:pt x="61330" y="53270"/>
                </a:lnTo>
                <a:lnTo>
                  <a:pt x="61330" y="26284"/>
                </a:lnTo>
                <a:cubicBezTo>
                  <a:pt x="61330" y="23371"/>
                  <a:pt x="58987" y="21028"/>
                  <a:pt x="56074" y="21028"/>
                </a:cubicBezTo>
                <a:cubicBezTo>
                  <a:pt x="53160" y="21028"/>
                  <a:pt x="50817" y="23371"/>
                  <a:pt x="50817" y="2628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54" name="Text 52"/>
          <p:cNvSpPr/>
          <p:nvPr/>
        </p:nvSpPr>
        <p:spPr>
          <a:xfrm>
            <a:off x="8469915" y="5174791"/>
            <a:ext cx="47262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3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2026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0420" y="5623380"/>
            <a:ext cx="11551159" cy="704925"/>
          </a:xfrm>
          <a:custGeom>
            <a:avLst/>
            <a:gdLst/>
            <a:ahLst/>
            <a:cxnLst/>
            <a:rect l="l" t="t" r="r" b="b"/>
            <a:pathLst>
              <a:path w="11551159" h="704925">
                <a:moveTo>
                  <a:pt x="96124" y="0"/>
                </a:moveTo>
                <a:lnTo>
                  <a:pt x="11455035" y="0"/>
                </a:lnTo>
                <a:cubicBezTo>
                  <a:pt x="11508123" y="0"/>
                  <a:pt x="11551159" y="43036"/>
                  <a:pt x="11551159" y="96124"/>
                </a:cubicBezTo>
                <a:lnTo>
                  <a:pt x="11551159" y="608802"/>
                </a:lnTo>
                <a:cubicBezTo>
                  <a:pt x="11551159" y="661889"/>
                  <a:pt x="11508123" y="704925"/>
                  <a:pt x="11455035" y="704925"/>
                </a:cubicBezTo>
                <a:lnTo>
                  <a:pt x="96124" y="704925"/>
                </a:lnTo>
                <a:cubicBezTo>
                  <a:pt x="43036" y="704925"/>
                  <a:pt x="0" y="661889"/>
                  <a:pt x="0" y="608802"/>
                </a:cubicBezTo>
                <a:lnTo>
                  <a:pt x="0" y="96124"/>
                </a:lnTo>
                <a:cubicBezTo>
                  <a:pt x="0" y="43072"/>
                  <a:pt x="43072" y="0"/>
                  <a:pt x="96124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480631" y="5855685"/>
            <a:ext cx="240315" cy="240315"/>
          </a:xfrm>
          <a:custGeom>
            <a:avLst/>
            <a:gdLst/>
            <a:ahLst/>
            <a:cxnLst/>
            <a:rect l="l" t="t" r="r" b="b"/>
            <a:pathLst>
              <a:path w="240315" h="240315">
                <a:moveTo>
                  <a:pt x="105091" y="15020"/>
                </a:moveTo>
                <a:lnTo>
                  <a:pt x="69325" y="15020"/>
                </a:lnTo>
                <a:cubicBezTo>
                  <a:pt x="55526" y="15020"/>
                  <a:pt x="43463" y="24454"/>
                  <a:pt x="40178" y="37831"/>
                </a:cubicBezTo>
                <a:lnTo>
                  <a:pt x="657" y="197368"/>
                </a:lnTo>
                <a:cubicBezTo>
                  <a:pt x="-2863" y="211543"/>
                  <a:pt x="7885" y="225296"/>
                  <a:pt x="22530" y="225296"/>
                </a:cubicBezTo>
                <a:lnTo>
                  <a:pt x="105091" y="225296"/>
                </a:lnTo>
                <a:lnTo>
                  <a:pt x="105091" y="195256"/>
                </a:lnTo>
                <a:cubicBezTo>
                  <a:pt x="105091" y="186948"/>
                  <a:pt x="111803" y="180237"/>
                  <a:pt x="120111" y="180237"/>
                </a:cubicBezTo>
                <a:cubicBezTo>
                  <a:pt x="128419" y="180237"/>
                  <a:pt x="135130" y="186948"/>
                  <a:pt x="135130" y="195256"/>
                </a:cubicBezTo>
                <a:lnTo>
                  <a:pt x="135130" y="225296"/>
                </a:lnTo>
                <a:lnTo>
                  <a:pt x="217786" y="225296"/>
                </a:lnTo>
                <a:cubicBezTo>
                  <a:pt x="232430" y="225296"/>
                  <a:pt x="243179" y="211543"/>
                  <a:pt x="239658" y="197368"/>
                </a:cubicBezTo>
                <a:lnTo>
                  <a:pt x="200185" y="37831"/>
                </a:lnTo>
                <a:cubicBezTo>
                  <a:pt x="196852" y="24454"/>
                  <a:pt x="184836" y="15020"/>
                  <a:pt x="170990" y="15020"/>
                </a:cubicBezTo>
                <a:lnTo>
                  <a:pt x="135130" y="15020"/>
                </a:lnTo>
                <a:lnTo>
                  <a:pt x="135130" y="45059"/>
                </a:lnTo>
                <a:cubicBezTo>
                  <a:pt x="135130" y="53367"/>
                  <a:pt x="128419" y="60079"/>
                  <a:pt x="120111" y="60079"/>
                </a:cubicBezTo>
                <a:cubicBezTo>
                  <a:pt x="111803" y="60079"/>
                  <a:pt x="105091" y="53367"/>
                  <a:pt x="105091" y="45059"/>
                </a:cubicBezTo>
                <a:lnTo>
                  <a:pt x="105091" y="15020"/>
                </a:lnTo>
                <a:close/>
                <a:moveTo>
                  <a:pt x="135130" y="105138"/>
                </a:moveTo>
                <a:lnTo>
                  <a:pt x="135130" y="135177"/>
                </a:lnTo>
                <a:cubicBezTo>
                  <a:pt x="135130" y="143485"/>
                  <a:pt x="128419" y="150197"/>
                  <a:pt x="120111" y="150197"/>
                </a:cubicBezTo>
                <a:cubicBezTo>
                  <a:pt x="111803" y="150197"/>
                  <a:pt x="105091" y="143485"/>
                  <a:pt x="105091" y="135177"/>
                </a:cubicBezTo>
                <a:lnTo>
                  <a:pt x="105091" y="105138"/>
                </a:lnTo>
                <a:cubicBezTo>
                  <a:pt x="105091" y="96830"/>
                  <a:pt x="111803" y="90118"/>
                  <a:pt x="120111" y="90118"/>
                </a:cubicBezTo>
                <a:cubicBezTo>
                  <a:pt x="128419" y="90118"/>
                  <a:pt x="135130" y="96830"/>
                  <a:pt x="135130" y="1051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877151" y="5751548"/>
            <a:ext cx="4125414" cy="22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Roadmap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7151" y="6007884"/>
            <a:ext cx="4109393" cy="1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 driven by </a:t>
            </a:r>
            <a:pPr>
              <a:lnSpc>
                <a:spcPct val="130000"/>
              </a:lnSpc>
            </a:pPr>
            <a:r>
              <a:rPr lang="en-US" sz="100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feedback</a:t>
            </a:r>
            <a:pPr>
              <a:lnSpc>
                <a:spcPct val="130000"/>
              </a:lnSpc>
            </a:pPr>
            <a:r>
              <a:rPr lang="en-US" sz="1009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30000"/>
              </a:lnSpc>
            </a:pPr>
            <a:r>
              <a:rPr lang="en-US" sz="100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needs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713661" y="5751548"/>
            <a:ext cx="528694" cy="288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92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745703" y="6039926"/>
            <a:ext cx="464610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317252" y="5751548"/>
            <a:ext cx="480631" cy="288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92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349294" y="6039926"/>
            <a:ext cx="416547" cy="160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nnovationinbusiness.com/a3215ed6e4eca31bee815674fe0a3c6606a97cce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3B82F6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07055" y="398149"/>
            <a:ext cx="2179320" cy="502920"/>
          </a:xfrm>
          <a:custGeom>
            <a:avLst/>
            <a:gdLst/>
            <a:ahLst/>
            <a:cxnLst/>
            <a:rect l="l" t="t" r="r" b="b"/>
            <a:pathLst>
              <a:path w="2179320" h="502920">
                <a:moveTo>
                  <a:pt x="251460" y="0"/>
                </a:moveTo>
                <a:lnTo>
                  <a:pt x="1927860" y="0"/>
                </a:lnTo>
                <a:cubicBezTo>
                  <a:pt x="2066738" y="0"/>
                  <a:pt x="2179320" y="112582"/>
                  <a:pt x="2179320" y="251460"/>
                </a:cubicBezTo>
                <a:lnTo>
                  <a:pt x="2179320" y="251460"/>
                </a:lnTo>
                <a:cubicBezTo>
                  <a:pt x="2179320" y="390338"/>
                  <a:pt x="2066738" y="502920"/>
                  <a:pt x="192786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63277" y="55435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5549027" y="516257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34" kern="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55846" y="1362075"/>
            <a:ext cx="62769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Ready to Transform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Academic Admissions?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26574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1771650" y="2924175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FlexiApply is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live, tested, and ready for deployment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Join the movement to modernize academic applications and create better experiences for students and institutions.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2610" y="3975735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03471" y="417004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82099" y="13528"/>
                </a:moveTo>
                <a:cubicBezTo>
                  <a:pt x="175535" y="9778"/>
                  <a:pt x="167432" y="9778"/>
                  <a:pt x="160801" y="13528"/>
                </a:cubicBezTo>
                <a:lnTo>
                  <a:pt x="10783" y="99253"/>
                </a:lnTo>
                <a:cubicBezTo>
                  <a:pt x="2344" y="104076"/>
                  <a:pt x="-1808" y="113987"/>
                  <a:pt x="670" y="123364"/>
                </a:cubicBezTo>
                <a:cubicBezTo>
                  <a:pt x="3148" y="132740"/>
                  <a:pt x="11720" y="139303"/>
                  <a:pt x="21431" y="139303"/>
                </a:cubicBezTo>
                <a:lnTo>
                  <a:pt x="42863" y="139303"/>
                </a:lnTo>
                <a:lnTo>
                  <a:pt x="42863" y="278606"/>
                </a:lnTo>
                <a:lnTo>
                  <a:pt x="42863" y="278606"/>
                </a:lnTo>
                <a:lnTo>
                  <a:pt x="8572" y="304324"/>
                </a:lnTo>
                <a:cubicBezTo>
                  <a:pt x="3148" y="308342"/>
                  <a:pt x="0" y="314705"/>
                  <a:pt x="0" y="321469"/>
                </a:cubicBezTo>
                <a:cubicBezTo>
                  <a:pt x="0" y="333323"/>
                  <a:pt x="9577" y="342900"/>
                  <a:pt x="21431" y="342900"/>
                </a:cubicBezTo>
                <a:lnTo>
                  <a:pt x="321469" y="342900"/>
                </a:lnTo>
                <a:cubicBezTo>
                  <a:pt x="333323" y="342900"/>
                  <a:pt x="342900" y="333323"/>
                  <a:pt x="342900" y="321469"/>
                </a:cubicBezTo>
                <a:cubicBezTo>
                  <a:pt x="342900" y="314705"/>
                  <a:pt x="339752" y="308342"/>
                  <a:pt x="334328" y="304324"/>
                </a:cubicBezTo>
                <a:lnTo>
                  <a:pt x="300038" y="278606"/>
                </a:lnTo>
                <a:lnTo>
                  <a:pt x="300038" y="139303"/>
                </a:lnTo>
                <a:lnTo>
                  <a:pt x="321469" y="139303"/>
                </a:lnTo>
                <a:cubicBezTo>
                  <a:pt x="331180" y="139303"/>
                  <a:pt x="339685" y="132740"/>
                  <a:pt x="342163" y="123364"/>
                </a:cubicBezTo>
                <a:cubicBezTo>
                  <a:pt x="344641" y="113987"/>
                  <a:pt x="340489" y="104076"/>
                  <a:pt x="332050" y="99253"/>
                </a:cubicBezTo>
                <a:lnTo>
                  <a:pt x="182032" y="13528"/>
                </a:lnTo>
                <a:close/>
                <a:moveTo>
                  <a:pt x="267891" y="139303"/>
                </a:moveTo>
                <a:lnTo>
                  <a:pt x="267891" y="278606"/>
                </a:lnTo>
                <a:lnTo>
                  <a:pt x="225028" y="278606"/>
                </a:lnTo>
                <a:lnTo>
                  <a:pt x="225028" y="139303"/>
                </a:lnTo>
                <a:lnTo>
                  <a:pt x="267891" y="139303"/>
                </a:lnTo>
                <a:close/>
                <a:moveTo>
                  <a:pt x="192881" y="139303"/>
                </a:moveTo>
                <a:lnTo>
                  <a:pt x="192881" y="278606"/>
                </a:lnTo>
                <a:lnTo>
                  <a:pt x="150019" y="278606"/>
                </a:lnTo>
                <a:lnTo>
                  <a:pt x="150019" y="139303"/>
                </a:lnTo>
                <a:lnTo>
                  <a:pt x="192881" y="139303"/>
                </a:lnTo>
                <a:close/>
                <a:moveTo>
                  <a:pt x="117872" y="139303"/>
                </a:moveTo>
                <a:lnTo>
                  <a:pt x="117872" y="278606"/>
                </a:lnTo>
                <a:lnTo>
                  <a:pt x="75009" y="278606"/>
                </a:lnTo>
                <a:lnTo>
                  <a:pt x="75009" y="139303"/>
                </a:lnTo>
                <a:lnTo>
                  <a:pt x="117872" y="139303"/>
                </a:lnTo>
                <a:close/>
                <a:moveTo>
                  <a:pt x="171450" y="64294"/>
                </a:moveTo>
                <a:cubicBezTo>
                  <a:pt x="183278" y="64294"/>
                  <a:pt x="192881" y="73897"/>
                  <a:pt x="192881" y="85725"/>
                </a:cubicBezTo>
                <a:cubicBezTo>
                  <a:pt x="192881" y="97553"/>
                  <a:pt x="183278" y="107156"/>
                  <a:pt x="171450" y="107156"/>
                </a:cubicBezTo>
                <a:cubicBezTo>
                  <a:pt x="159622" y="107156"/>
                  <a:pt x="150019" y="97553"/>
                  <a:pt x="150019" y="85725"/>
                </a:cubicBezTo>
                <a:cubicBezTo>
                  <a:pt x="150019" y="73897"/>
                  <a:pt x="159622" y="64294"/>
                  <a:pt x="171450" y="642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1979295" y="4627243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Institutions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88820" y="4970143"/>
            <a:ext cx="2371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 your admissions process and improve applicant satisfaction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3570" y="3975735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5862" y="4170043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61605" y="-8706"/>
                </a:moveTo>
                <a:cubicBezTo>
                  <a:pt x="153970" y="-10247"/>
                  <a:pt x="146134" y="-10247"/>
                  <a:pt x="138499" y="-8706"/>
                </a:cubicBezTo>
                <a:lnTo>
                  <a:pt x="12926" y="16408"/>
                </a:lnTo>
                <a:cubicBezTo>
                  <a:pt x="5425" y="17882"/>
                  <a:pt x="0" y="24512"/>
                  <a:pt x="0" y="32147"/>
                </a:cubicBezTo>
                <a:cubicBezTo>
                  <a:pt x="0" y="39045"/>
                  <a:pt x="4353" y="45073"/>
                  <a:pt x="10716" y="47283"/>
                </a:cubicBezTo>
                <a:lnTo>
                  <a:pt x="10716" y="96441"/>
                </a:lnTo>
                <a:lnTo>
                  <a:pt x="201" y="149081"/>
                </a:lnTo>
                <a:cubicBezTo>
                  <a:pt x="67" y="149684"/>
                  <a:pt x="0" y="150354"/>
                  <a:pt x="0" y="151023"/>
                </a:cubicBezTo>
                <a:cubicBezTo>
                  <a:pt x="0" y="156381"/>
                  <a:pt x="4353" y="160801"/>
                  <a:pt x="9778" y="160801"/>
                </a:cubicBezTo>
                <a:lnTo>
                  <a:pt x="33151" y="160801"/>
                </a:lnTo>
                <a:cubicBezTo>
                  <a:pt x="38509" y="160801"/>
                  <a:pt x="42929" y="156448"/>
                  <a:pt x="42929" y="151023"/>
                </a:cubicBezTo>
                <a:cubicBezTo>
                  <a:pt x="42929" y="150354"/>
                  <a:pt x="42863" y="149751"/>
                  <a:pt x="42729" y="149081"/>
                </a:cubicBezTo>
                <a:lnTo>
                  <a:pt x="32147" y="96441"/>
                </a:lnTo>
                <a:lnTo>
                  <a:pt x="32147" y="51770"/>
                </a:lnTo>
                <a:lnTo>
                  <a:pt x="64294" y="58199"/>
                </a:lnTo>
                <a:lnTo>
                  <a:pt x="64294" y="96441"/>
                </a:lnTo>
                <a:cubicBezTo>
                  <a:pt x="64294" y="143790"/>
                  <a:pt x="102669" y="182166"/>
                  <a:pt x="150019" y="182166"/>
                </a:cubicBezTo>
                <a:cubicBezTo>
                  <a:pt x="197368" y="182166"/>
                  <a:pt x="235744" y="143790"/>
                  <a:pt x="235744" y="96441"/>
                </a:cubicBezTo>
                <a:lnTo>
                  <a:pt x="235744" y="58199"/>
                </a:lnTo>
                <a:lnTo>
                  <a:pt x="287112" y="47952"/>
                </a:lnTo>
                <a:cubicBezTo>
                  <a:pt x="294613" y="46412"/>
                  <a:pt x="300038" y="39782"/>
                  <a:pt x="300038" y="32147"/>
                </a:cubicBezTo>
                <a:cubicBezTo>
                  <a:pt x="300038" y="24512"/>
                  <a:pt x="294613" y="17882"/>
                  <a:pt x="287112" y="16408"/>
                </a:cubicBezTo>
                <a:lnTo>
                  <a:pt x="161605" y="-8706"/>
                </a:lnTo>
                <a:close/>
                <a:moveTo>
                  <a:pt x="150019" y="150019"/>
                </a:moveTo>
                <a:cubicBezTo>
                  <a:pt x="120417" y="150019"/>
                  <a:pt x="96441" y="126043"/>
                  <a:pt x="96441" y="96441"/>
                </a:cubicBezTo>
                <a:lnTo>
                  <a:pt x="203597" y="96441"/>
                </a:lnTo>
                <a:cubicBezTo>
                  <a:pt x="203597" y="126043"/>
                  <a:pt x="179621" y="150019"/>
                  <a:pt x="150019" y="150019"/>
                </a:cubicBezTo>
                <a:close/>
                <a:moveTo>
                  <a:pt x="80434" y="214379"/>
                </a:moveTo>
                <a:cubicBezTo>
                  <a:pt x="39313" y="233266"/>
                  <a:pt x="10716" y="274789"/>
                  <a:pt x="10716" y="323009"/>
                </a:cubicBezTo>
                <a:cubicBezTo>
                  <a:pt x="10716" y="333993"/>
                  <a:pt x="19623" y="342900"/>
                  <a:pt x="30607" y="342900"/>
                </a:cubicBezTo>
                <a:lnTo>
                  <a:pt x="133945" y="342900"/>
                </a:lnTo>
                <a:lnTo>
                  <a:pt x="133945" y="245120"/>
                </a:lnTo>
                <a:lnTo>
                  <a:pt x="95503" y="216322"/>
                </a:lnTo>
                <a:cubicBezTo>
                  <a:pt x="91150" y="213040"/>
                  <a:pt x="85323" y="212169"/>
                  <a:pt x="80367" y="214446"/>
                </a:cubicBezTo>
                <a:close/>
                <a:moveTo>
                  <a:pt x="166092" y="342900"/>
                </a:moveTo>
                <a:lnTo>
                  <a:pt x="269431" y="342900"/>
                </a:lnTo>
                <a:cubicBezTo>
                  <a:pt x="280415" y="342900"/>
                  <a:pt x="289322" y="333993"/>
                  <a:pt x="289322" y="323009"/>
                </a:cubicBezTo>
                <a:cubicBezTo>
                  <a:pt x="289322" y="274789"/>
                  <a:pt x="260725" y="233266"/>
                  <a:pt x="219603" y="214446"/>
                </a:cubicBezTo>
                <a:cubicBezTo>
                  <a:pt x="214647" y="212169"/>
                  <a:pt x="208821" y="213040"/>
                  <a:pt x="204468" y="216322"/>
                </a:cubicBezTo>
                <a:lnTo>
                  <a:pt x="166025" y="245120"/>
                </a:lnTo>
                <a:lnTo>
                  <a:pt x="166025" y="3429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4900256" y="4627243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09781" y="4970143"/>
            <a:ext cx="2371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to multiple institutions with ease and track your progress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74531" y="3975735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45511" y="417004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7821216" y="4627243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the Future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30741" y="4970143"/>
            <a:ext cx="2371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 ready for growth and new features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47862" y="62350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4090749" y="6177921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flexiapply.vercel.app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976342" y="6158871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309717" y="62350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6552605" y="6177921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contact@flexiapply.com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FlexiApply - Academic Application Platform</dc:title>
  <dc:subject>FlexiApply - Academic Application Platform</dc:subject>
  <dc:creator>Kimi</dc:creator>
  <cp:lastModifiedBy>Kimi</cp:lastModifiedBy>
  <cp:revision>1</cp:revision>
  <dcterms:created xsi:type="dcterms:W3CDTF">2026-04-06T19:42:17Z</dcterms:created>
  <dcterms:modified xsi:type="dcterms:W3CDTF">2026-04-06T19:42:17Z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{"Label":"FlexiApply - Academic Application Platform","ContentProducer":"001191110108MACG2KBH8F10000","ProduceID":"19d6436a-e342-86db-8000-00003742d5cf","ReservedCode1":"","ContentPropagator":"001191110108MACG2KBH8F20000","PropagateID":"19d6436a-e342-86db-8000-00003742d5cf","ReservedCode2":""}</vt:lpwstr>
  </property>
</Properties>
</file>